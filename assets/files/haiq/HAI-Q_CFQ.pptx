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3"/>
  </p:notesMasterIdLst>
  <p:sldIdLst>
    <p:sldId id="258" r:id="rId2"/>
  </p:sldIdLst>
  <p:sldSz cx="6840538" cy="115204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29" userDrawn="1">
          <p15:clr>
            <a:srgbClr val="A4A3A4"/>
          </p15:clr>
        </p15:guide>
        <p15:guide id="2" pos="215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62C2"/>
    <a:srgbClr val="05E5FB"/>
    <a:srgbClr val="10E7FE"/>
    <a:srgbClr val="04D4FF"/>
    <a:srgbClr val="245D91"/>
    <a:srgbClr val="00D0FE"/>
    <a:srgbClr val="00B0FF"/>
    <a:srgbClr val="00D6FF"/>
    <a:srgbClr val="0064F6"/>
    <a:srgbClr val="00F0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5021"/>
  </p:normalViewPr>
  <p:slideViewPr>
    <p:cSldViewPr snapToGrid="0">
      <p:cViewPr>
        <p:scale>
          <a:sx n="182" d="100"/>
          <a:sy n="182" d="100"/>
        </p:scale>
        <p:origin x="-184" y="-8256"/>
      </p:cViewPr>
      <p:guideLst>
        <p:guide orient="horz" pos="3629"/>
        <p:guide pos="215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A13462-075F-3A4A-BA27-EDE97022503B}" type="datetimeFigureOut">
              <a:rPr kumimoji="1" lang="zh-CN" altLang="en-US" smtClean="0"/>
              <a:t>2026/10/19</a:t>
            </a:fld>
            <a:endParaRPr kumimoji="1" lang="zh-CN" altLang="en-US"/>
          </a:p>
        </p:txBody>
      </p:sp>
      <p:sp>
        <p:nvSpPr>
          <p:cNvPr id="4" name="幻灯片图像占位符 3"/>
          <p:cNvSpPr>
            <a:spLocks noGrp="1" noRot="1" noChangeAspect="1"/>
          </p:cNvSpPr>
          <p:nvPr>
            <p:ph type="sldImg" idx="2"/>
          </p:nvPr>
        </p:nvSpPr>
        <p:spPr>
          <a:xfrm>
            <a:off x="2513013" y="1143000"/>
            <a:ext cx="183197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C8A6A8-3920-3E44-95CF-25DBF9932C86}" type="slidenum">
              <a:rPr kumimoji="1" lang="zh-CN" altLang="en-US" smtClean="0"/>
              <a:t>‹#›</a:t>
            </a:fld>
            <a:endParaRPr kumimoji="1" lang="zh-CN" altLang="en-US"/>
          </a:p>
        </p:txBody>
      </p:sp>
    </p:spTree>
    <p:extLst>
      <p:ext uri="{BB962C8B-B14F-4D97-AF65-F5344CB8AC3E}">
        <p14:creationId xmlns:p14="http://schemas.microsoft.com/office/powerpoint/2010/main" val="3444808013"/>
      </p:ext>
    </p:extLst>
  </p:cSld>
  <p:clrMap bg1="lt1" tx1="dk1" bg2="lt2" tx2="dk2" accent1="accent1" accent2="accent2" accent3="accent3" accent4="accent4" accent5="accent5" accent6="accent6" hlink="hlink" folHlink="folHlink"/>
  <p:notesStyle>
    <a:lvl1pPr marL="0" algn="l" defTabSz="1129101" rtl="0" eaLnBrk="1" latinLnBrk="0" hangingPunct="1">
      <a:defRPr sz="1482" kern="1200">
        <a:solidFill>
          <a:schemeClr val="tx1"/>
        </a:solidFill>
        <a:latin typeface="+mn-lt"/>
        <a:ea typeface="+mn-ea"/>
        <a:cs typeface="+mn-cs"/>
      </a:defRPr>
    </a:lvl1pPr>
    <a:lvl2pPr marL="564551" algn="l" defTabSz="1129101" rtl="0" eaLnBrk="1" latinLnBrk="0" hangingPunct="1">
      <a:defRPr sz="1482" kern="1200">
        <a:solidFill>
          <a:schemeClr val="tx1"/>
        </a:solidFill>
        <a:latin typeface="+mn-lt"/>
        <a:ea typeface="+mn-ea"/>
        <a:cs typeface="+mn-cs"/>
      </a:defRPr>
    </a:lvl2pPr>
    <a:lvl3pPr marL="1129101" algn="l" defTabSz="1129101" rtl="0" eaLnBrk="1" latinLnBrk="0" hangingPunct="1">
      <a:defRPr sz="1482" kern="1200">
        <a:solidFill>
          <a:schemeClr val="tx1"/>
        </a:solidFill>
        <a:latin typeface="+mn-lt"/>
        <a:ea typeface="+mn-ea"/>
        <a:cs typeface="+mn-cs"/>
      </a:defRPr>
    </a:lvl3pPr>
    <a:lvl4pPr marL="1693652" algn="l" defTabSz="1129101" rtl="0" eaLnBrk="1" latinLnBrk="0" hangingPunct="1">
      <a:defRPr sz="1482" kern="1200">
        <a:solidFill>
          <a:schemeClr val="tx1"/>
        </a:solidFill>
        <a:latin typeface="+mn-lt"/>
        <a:ea typeface="+mn-ea"/>
        <a:cs typeface="+mn-cs"/>
      </a:defRPr>
    </a:lvl4pPr>
    <a:lvl5pPr marL="2258202" algn="l" defTabSz="1129101" rtl="0" eaLnBrk="1" latinLnBrk="0" hangingPunct="1">
      <a:defRPr sz="1482" kern="1200">
        <a:solidFill>
          <a:schemeClr val="tx1"/>
        </a:solidFill>
        <a:latin typeface="+mn-lt"/>
        <a:ea typeface="+mn-ea"/>
        <a:cs typeface="+mn-cs"/>
      </a:defRPr>
    </a:lvl5pPr>
    <a:lvl6pPr marL="2822753" algn="l" defTabSz="1129101" rtl="0" eaLnBrk="1" latinLnBrk="0" hangingPunct="1">
      <a:defRPr sz="1482" kern="1200">
        <a:solidFill>
          <a:schemeClr val="tx1"/>
        </a:solidFill>
        <a:latin typeface="+mn-lt"/>
        <a:ea typeface="+mn-ea"/>
        <a:cs typeface="+mn-cs"/>
      </a:defRPr>
    </a:lvl6pPr>
    <a:lvl7pPr marL="3387303" algn="l" defTabSz="1129101" rtl="0" eaLnBrk="1" latinLnBrk="0" hangingPunct="1">
      <a:defRPr sz="1482" kern="1200">
        <a:solidFill>
          <a:schemeClr val="tx1"/>
        </a:solidFill>
        <a:latin typeface="+mn-lt"/>
        <a:ea typeface="+mn-ea"/>
        <a:cs typeface="+mn-cs"/>
      </a:defRPr>
    </a:lvl7pPr>
    <a:lvl8pPr marL="3951854" algn="l" defTabSz="1129101" rtl="0" eaLnBrk="1" latinLnBrk="0" hangingPunct="1">
      <a:defRPr sz="1482" kern="1200">
        <a:solidFill>
          <a:schemeClr val="tx1"/>
        </a:solidFill>
        <a:latin typeface="+mn-lt"/>
        <a:ea typeface="+mn-ea"/>
        <a:cs typeface="+mn-cs"/>
      </a:defRPr>
    </a:lvl8pPr>
    <a:lvl9pPr marL="4516404" algn="l" defTabSz="1129101" rtl="0" eaLnBrk="1" latinLnBrk="0" hangingPunct="1">
      <a:defRPr sz="148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513013" y="1143000"/>
            <a:ext cx="1831975" cy="3086100"/>
          </a:xfrm>
        </p:spPr>
        <p:txBody>
          <a:bodyPr/>
          <a:lstStyle/>
          <a:p>
            <a:endParaRPr lang="zh-CN" altLang="en-US"/>
          </a:p>
        </p:txBody>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C8A6A8-3920-3E44-95CF-25DBF9932C86}" type="slidenum">
              <a:rPr kumimoji="1" lang="zh-CN" altLang="en-US" smtClean="0"/>
              <a:t>1</a:t>
            </a:fld>
            <a:endParaRPr kumimoji="1" lang="zh-CN" altLang="en-US"/>
          </a:p>
        </p:txBody>
      </p:sp>
    </p:spTree>
    <p:extLst>
      <p:ext uri="{BB962C8B-B14F-4D97-AF65-F5344CB8AC3E}">
        <p14:creationId xmlns:p14="http://schemas.microsoft.com/office/powerpoint/2010/main" val="2768242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513041" y="1885414"/>
            <a:ext cx="5814457" cy="4010837"/>
          </a:xfrm>
        </p:spPr>
        <p:txBody>
          <a:bodyPr anchor="b"/>
          <a:lstStyle>
            <a:lvl1pPr algn="ctr">
              <a:defRPr sz="4489"/>
            </a:lvl1pPr>
          </a:lstStyle>
          <a:p>
            <a:r>
              <a:rPr lang="zh-CN" altLang="en-US"/>
              <a:t>单击此处编辑母版标题样式</a:t>
            </a:r>
            <a:endParaRPr lang="en-US" dirty="0"/>
          </a:p>
        </p:txBody>
      </p:sp>
      <p:sp>
        <p:nvSpPr>
          <p:cNvPr id="3" name="Subtitle 2"/>
          <p:cNvSpPr>
            <a:spLocks noGrp="1"/>
          </p:cNvSpPr>
          <p:nvPr>
            <p:ph type="subTitle" idx="1"/>
          </p:nvPr>
        </p:nvSpPr>
        <p:spPr>
          <a:xfrm>
            <a:off x="855067" y="6050924"/>
            <a:ext cx="5130404" cy="2781450"/>
          </a:xfrm>
        </p:spPr>
        <p:txBody>
          <a:bodyPr/>
          <a:lstStyle>
            <a:lvl1pPr marL="0" indent="0" algn="ctr">
              <a:buNone/>
              <a:defRPr sz="1795"/>
            </a:lvl1pPr>
            <a:lvl2pPr marL="342031" indent="0" algn="ctr">
              <a:buNone/>
              <a:defRPr sz="1496"/>
            </a:lvl2pPr>
            <a:lvl3pPr marL="684063" indent="0" algn="ctr">
              <a:buNone/>
              <a:defRPr sz="1347"/>
            </a:lvl3pPr>
            <a:lvl4pPr marL="1026094" indent="0" algn="ctr">
              <a:buNone/>
              <a:defRPr sz="1197"/>
            </a:lvl4pPr>
            <a:lvl5pPr marL="1368125" indent="0" algn="ctr">
              <a:buNone/>
              <a:defRPr sz="1197"/>
            </a:lvl5pPr>
            <a:lvl6pPr marL="1710157" indent="0" algn="ctr">
              <a:buNone/>
              <a:defRPr sz="1197"/>
            </a:lvl6pPr>
            <a:lvl7pPr marL="2052188" indent="0" algn="ctr">
              <a:buNone/>
              <a:defRPr sz="1197"/>
            </a:lvl7pPr>
            <a:lvl8pPr marL="2394219" indent="0" algn="ctr">
              <a:buNone/>
              <a:defRPr sz="1197"/>
            </a:lvl8pPr>
            <a:lvl9pPr marL="2736251" indent="0" algn="ctr">
              <a:buNone/>
              <a:defRPr sz="1197"/>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2CE4F86-3F31-4E08-88F2-7163A60F584D}" type="datetimeFigureOut">
              <a:rPr lang="it-IT" smtClean="0"/>
              <a:t>19/10/26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E1B3BD06-2297-4810-873F-673C58F348DE}" type="slidenum">
              <a:rPr lang="it-IT" smtClean="0"/>
              <a:t>‹#›</a:t>
            </a:fld>
            <a:endParaRPr lang="it-IT"/>
          </a:p>
        </p:txBody>
      </p:sp>
    </p:spTree>
    <p:extLst>
      <p:ext uri="{BB962C8B-B14F-4D97-AF65-F5344CB8AC3E}">
        <p14:creationId xmlns:p14="http://schemas.microsoft.com/office/powerpoint/2010/main" val="2668882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2CE4F86-3F31-4E08-88F2-7163A60F584D}" type="datetimeFigureOut">
              <a:rPr lang="it-IT" smtClean="0"/>
              <a:t>19/10/26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E1B3BD06-2297-4810-873F-673C58F348DE}" type="slidenum">
              <a:rPr lang="it-IT" smtClean="0"/>
              <a:t>‹#›</a:t>
            </a:fld>
            <a:endParaRPr lang="it-IT"/>
          </a:p>
        </p:txBody>
      </p:sp>
    </p:spTree>
    <p:extLst>
      <p:ext uri="{BB962C8B-B14F-4D97-AF65-F5344CB8AC3E}">
        <p14:creationId xmlns:p14="http://schemas.microsoft.com/office/powerpoint/2010/main" val="3024936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466725" y="2872125"/>
            <a:ext cx="5899964" cy="4792202"/>
          </a:xfrm>
        </p:spPr>
        <p:txBody>
          <a:bodyPr anchor="b"/>
          <a:lstStyle>
            <a:lvl1pPr>
              <a:defRPr sz="4489"/>
            </a:lvl1pPr>
          </a:lstStyle>
          <a:p>
            <a:r>
              <a:rPr lang="zh-CN" altLang="en-US"/>
              <a:t>单击此处编辑母版标题样式</a:t>
            </a:r>
            <a:endParaRPr lang="en-US" dirty="0"/>
          </a:p>
        </p:txBody>
      </p:sp>
      <p:sp>
        <p:nvSpPr>
          <p:cNvPr id="3" name="Text Placeholder 2"/>
          <p:cNvSpPr>
            <a:spLocks noGrp="1"/>
          </p:cNvSpPr>
          <p:nvPr>
            <p:ph type="body" idx="1"/>
          </p:nvPr>
        </p:nvSpPr>
        <p:spPr>
          <a:xfrm>
            <a:off x="466725" y="7709663"/>
            <a:ext cx="5899964" cy="2520106"/>
          </a:xfrm>
        </p:spPr>
        <p:txBody>
          <a:bodyPr/>
          <a:lstStyle>
            <a:lvl1pPr marL="0" indent="0">
              <a:buNone/>
              <a:defRPr sz="1795">
                <a:solidFill>
                  <a:schemeClr val="tx1"/>
                </a:solidFill>
              </a:defRPr>
            </a:lvl1pPr>
            <a:lvl2pPr marL="342031" indent="0">
              <a:buNone/>
              <a:defRPr sz="1496">
                <a:solidFill>
                  <a:schemeClr val="tx1">
                    <a:tint val="75000"/>
                  </a:schemeClr>
                </a:solidFill>
              </a:defRPr>
            </a:lvl2pPr>
            <a:lvl3pPr marL="684063" indent="0">
              <a:buNone/>
              <a:defRPr sz="1347">
                <a:solidFill>
                  <a:schemeClr val="tx1">
                    <a:tint val="75000"/>
                  </a:schemeClr>
                </a:solidFill>
              </a:defRPr>
            </a:lvl3pPr>
            <a:lvl4pPr marL="1026094" indent="0">
              <a:buNone/>
              <a:defRPr sz="1197">
                <a:solidFill>
                  <a:schemeClr val="tx1">
                    <a:tint val="75000"/>
                  </a:schemeClr>
                </a:solidFill>
              </a:defRPr>
            </a:lvl4pPr>
            <a:lvl5pPr marL="1368125" indent="0">
              <a:buNone/>
              <a:defRPr sz="1197">
                <a:solidFill>
                  <a:schemeClr val="tx1">
                    <a:tint val="75000"/>
                  </a:schemeClr>
                </a:solidFill>
              </a:defRPr>
            </a:lvl5pPr>
            <a:lvl6pPr marL="1710157" indent="0">
              <a:buNone/>
              <a:defRPr sz="1197">
                <a:solidFill>
                  <a:schemeClr val="tx1">
                    <a:tint val="75000"/>
                  </a:schemeClr>
                </a:solidFill>
              </a:defRPr>
            </a:lvl6pPr>
            <a:lvl7pPr marL="2052188" indent="0">
              <a:buNone/>
              <a:defRPr sz="1197">
                <a:solidFill>
                  <a:schemeClr val="tx1">
                    <a:tint val="75000"/>
                  </a:schemeClr>
                </a:solidFill>
              </a:defRPr>
            </a:lvl7pPr>
            <a:lvl8pPr marL="2394219" indent="0">
              <a:buNone/>
              <a:defRPr sz="1197">
                <a:solidFill>
                  <a:schemeClr val="tx1">
                    <a:tint val="75000"/>
                  </a:schemeClr>
                </a:solidFill>
              </a:defRPr>
            </a:lvl8pPr>
            <a:lvl9pPr marL="2736251" indent="0">
              <a:buNone/>
              <a:defRPr sz="1197">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2CE4F86-3F31-4E08-88F2-7163A60F584D}" type="datetimeFigureOut">
              <a:rPr lang="it-IT" smtClean="0"/>
              <a:t>19/10/26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E1B3BD06-2297-4810-873F-673C58F348DE}" type="slidenum">
              <a:rPr lang="it-IT" smtClean="0"/>
              <a:t>‹#›</a:t>
            </a:fld>
            <a:endParaRPr lang="it-IT"/>
          </a:p>
        </p:txBody>
      </p:sp>
    </p:spTree>
    <p:extLst>
      <p:ext uri="{BB962C8B-B14F-4D97-AF65-F5344CB8AC3E}">
        <p14:creationId xmlns:p14="http://schemas.microsoft.com/office/powerpoint/2010/main" val="1291851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470287" y="3066796"/>
            <a:ext cx="2907229" cy="730964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3463022" y="3066796"/>
            <a:ext cx="2907229" cy="730964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D2CE4F86-3F31-4E08-88F2-7163A60F584D}" type="datetimeFigureOut">
              <a:rPr lang="it-IT" smtClean="0"/>
              <a:t>19/10/26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E1B3BD06-2297-4810-873F-673C58F348DE}" type="slidenum">
              <a:rPr lang="it-IT" smtClean="0"/>
              <a:t>‹#›</a:t>
            </a:fld>
            <a:endParaRPr lang="it-IT"/>
          </a:p>
        </p:txBody>
      </p:sp>
    </p:spTree>
    <p:extLst>
      <p:ext uri="{BB962C8B-B14F-4D97-AF65-F5344CB8AC3E}">
        <p14:creationId xmlns:p14="http://schemas.microsoft.com/office/powerpoint/2010/main" val="2689575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71178" y="613362"/>
            <a:ext cx="5899964" cy="222676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471179" y="2824120"/>
            <a:ext cx="2893868" cy="1384058"/>
          </a:xfrm>
        </p:spPr>
        <p:txBody>
          <a:bodyPr anchor="b"/>
          <a:lstStyle>
            <a:lvl1pPr marL="0" indent="0">
              <a:buNone/>
              <a:defRPr sz="1795" b="1"/>
            </a:lvl1pPr>
            <a:lvl2pPr marL="342031" indent="0">
              <a:buNone/>
              <a:defRPr sz="1496" b="1"/>
            </a:lvl2pPr>
            <a:lvl3pPr marL="684063" indent="0">
              <a:buNone/>
              <a:defRPr sz="1347" b="1"/>
            </a:lvl3pPr>
            <a:lvl4pPr marL="1026094" indent="0">
              <a:buNone/>
              <a:defRPr sz="1197" b="1"/>
            </a:lvl4pPr>
            <a:lvl5pPr marL="1368125" indent="0">
              <a:buNone/>
              <a:defRPr sz="1197" b="1"/>
            </a:lvl5pPr>
            <a:lvl6pPr marL="1710157" indent="0">
              <a:buNone/>
              <a:defRPr sz="1197" b="1"/>
            </a:lvl6pPr>
            <a:lvl7pPr marL="2052188" indent="0">
              <a:buNone/>
              <a:defRPr sz="1197" b="1"/>
            </a:lvl7pPr>
            <a:lvl8pPr marL="2394219" indent="0">
              <a:buNone/>
              <a:defRPr sz="1197" b="1"/>
            </a:lvl8pPr>
            <a:lvl9pPr marL="2736251" indent="0">
              <a:buNone/>
              <a:defRPr sz="1197" b="1"/>
            </a:lvl9pPr>
          </a:lstStyle>
          <a:p>
            <a:pPr lvl="0"/>
            <a:r>
              <a:rPr lang="zh-CN" altLang="en-US"/>
              <a:t>单击此处编辑母版文本样式</a:t>
            </a:r>
          </a:p>
        </p:txBody>
      </p:sp>
      <p:sp>
        <p:nvSpPr>
          <p:cNvPr id="4" name="Content Placeholder 3"/>
          <p:cNvSpPr>
            <a:spLocks noGrp="1"/>
          </p:cNvSpPr>
          <p:nvPr>
            <p:ph sz="half" idx="2"/>
          </p:nvPr>
        </p:nvSpPr>
        <p:spPr>
          <a:xfrm>
            <a:off x="471179" y="4208178"/>
            <a:ext cx="2893868" cy="6189596"/>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3463023" y="2824120"/>
            <a:ext cx="2908120" cy="1384058"/>
          </a:xfrm>
        </p:spPr>
        <p:txBody>
          <a:bodyPr anchor="b"/>
          <a:lstStyle>
            <a:lvl1pPr marL="0" indent="0">
              <a:buNone/>
              <a:defRPr sz="1795" b="1"/>
            </a:lvl1pPr>
            <a:lvl2pPr marL="342031" indent="0">
              <a:buNone/>
              <a:defRPr sz="1496" b="1"/>
            </a:lvl2pPr>
            <a:lvl3pPr marL="684063" indent="0">
              <a:buNone/>
              <a:defRPr sz="1347" b="1"/>
            </a:lvl3pPr>
            <a:lvl4pPr marL="1026094" indent="0">
              <a:buNone/>
              <a:defRPr sz="1197" b="1"/>
            </a:lvl4pPr>
            <a:lvl5pPr marL="1368125" indent="0">
              <a:buNone/>
              <a:defRPr sz="1197" b="1"/>
            </a:lvl5pPr>
            <a:lvl6pPr marL="1710157" indent="0">
              <a:buNone/>
              <a:defRPr sz="1197" b="1"/>
            </a:lvl6pPr>
            <a:lvl7pPr marL="2052188" indent="0">
              <a:buNone/>
              <a:defRPr sz="1197" b="1"/>
            </a:lvl7pPr>
            <a:lvl8pPr marL="2394219" indent="0">
              <a:buNone/>
              <a:defRPr sz="1197" b="1"/>
            </a:lvl8pPr>
            <a:lvl9pPr marL="2736251" indent="0">
              <a:buNone/>
              <a:defRPr sz="1197" b="1"/>
            </a:lvl9pPr>
          </a:lstStyle>
          <a:p>
            <a:pPr lvl="0"/>
            <a:r>
              <a:rPr lang="zh-CN" altLang="en-US"/>
              <a:t>单击此处编辑母版文本样式</a:t>
            </a:r>
          </a:p>
        </p:txBody>
      </p:sp>
      <p:sp>
        <p:nvSpPr>
          <p:cNvPr id="6" name="Content Placeholder 5"/>
          <p:cNvSpPr>
            <a:spLocks noGrp="1"/>
          </p:cNvSpPr>
          <p:nvPr>
            <p:ph sz="quarter" idx="4"/>
          </p:nvPr>
        </p:nvSpPr>
        <p:spPr>
          <a:xfrm>
            <a:off x="3463023" y="4208178"/>
            <a:ext cx="2908120" cy="6189596"/>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D2CE4F86-3F31-4E08-88F2-7163A60F584D}" type="datetimeFigureOut">
              <a:rPr lang="it-IT" smtClean="0"/>
              <a:t>19/10/26</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E1B3BD06-2297-4810-873F-673C58F348DE}" type="slidenum">
              <a:rPr lang="it-IT" smtClean="0"/>
              <a:t>‹#›</a:t>
            </a:fld>
            <a:endParaRPr lang="it-IT"/>
          </a:p>
        </p:txBody>
      </p:sp>
    </p:spTree>
    <p:extLst>
      <p:ext uri="{BB962C8B-B14F-4D97-AF65-F5344CB8AC3E}">
        <p14:creationId xmlns:p14="http://schemas.microsoft.com/office/powerpoint/2010/main" val="3939977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2CE4F86-3F31-4E08-88F2-7163A60F584D}" type="datetimeFigureOut">
              <a:rPr lang="it-IT" smtClean="0"/>
              <a:t>19/10/26</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E1B3BD06-2297-4810-873F-673C58F348DE}" type="slidenum">
              <a:rPr lang="it-IT" smtClean="0"/>
              <a:t>‹#›</a:t>
            </a:fld>
            <a:endParaRPr lang="it-IT"/>
          </a:p>
        </p:txBody>
      </p:sp>
    </p:spTree>
    <p:extLst>
      <p:ext uri="{BB962C8B-B14F-4D97-AF65-F5344CB8AC3E}">
        <p14:creationId xmlns:p14="http://schemas.microsoft.com/office/powerpoint/2010/main" val="611633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CE4F86-3F31-4E08-88F2-7163A60F584D}" type="datetimeFigureOut">
              <a:rPr lang="it-IT" smtClean="0"/>
              <a:t>19/10/26</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E1B3BD06-2297-4810-873F-673C58F348DE}" type="slidenum">
              <a:rPr lang="it-IT" smtClean="0"/>
              <a:t>‹#›</a:t>
            </a:fld>
            <a:endParaRPr lang="it-IT"/>
          </a:p>
        </p:txBody>
      </p:sp>
    </p:spTree>
    <p:extLst>
      <p:ext uri="{BB962C8B-B14F-4D97-AF65-F5344CB8AC3E}">
        <p14:creationId xmlns:p14="http://schemas.microsoft.com/office/powerpoint/2010/main" val="233579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71178" y="768032"/>
            <a:ext cx="2206252" cy="2688114"/>
          </a:xfrm>
        </p:spPr>
        <p:txBody>
          <a:bodyPr anchor="b"/>
          <a:lstStyle>
            <a:lvl1pPr>
              <a:defRPr sz="2394"/>
            </a:lvl1pPr>
          </a:lstStyle>
          <a:p>
            <a:r>
              <a:rPr lang="zh-CN" altLang="en-US"/>
              <a:t>单击此处编辑母版标题样式</a:t>
            </a:r>
            <a:endParaRPr lang="en-US" dirty="0"/>
          </a:p>
        </p:txBody>
      </p:sp>
      <p:sp>
        <p:nvSpPr>
          <p:cNvPr id="3" name="Content Placeholder 2"/>
          <p:cNvSpPr>
            <a:spLocks noGrp="1"/>
          </p:cNvSpPr>
          <p:nvPr>
            <p:ph idx="1"/>
          </p:nvPr>
        </p:nvSpPr>
        <p:spPr>
          <a:xfrm>
            <a:off x="2908120" y="1658740"/>
            <a:ext cx="3463022" cy="8187013"/>
          </a:xfrm>
        </p:spPr>
        <p:txBody>
          <a:bodyPr/>
          <a:lstStyle>
            <a:lvl1pPr>
              <a:defRPr sz="2394"/>
            </a:lvl1pPr>
            <a:lvl2pPr>
              <a:defRPr sz="2095"/>
            </a:lvl2pPr>
            <a:lvl3pPr>
              <a:defRPr sz="1795"/>
            </a:lvl3pPr>
            <a:lvl4pPr>
              <a:defRPr sz="1496"/>
            </a:lvl4pPr>
            <a:lvl5pPr>
              <a:defRPr sz="1496"/>
            </a:lvl5pPr>
            <a:lvl6pPr>
              <a:defRPr sz="1496"/>
            </a:lvl6pPr>
            <a:lvl7pPr>
              <a:defRPr sz="1496"/>
            </a:lvl7pPr>
            <a:lvl8pPr>
              <a:defRPr sz="1496"/>
            </a:lvl8pPr>
            <a:lvl9pPr>
              <a:defRPr sz="1496"/>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471178" y="3456146"/>
            <a:ext cx="2206252" cy="6402939"/>
          </a:xfrm>
        </p:spPr>
        <p:txBody>
          <a:bodyPr/>
          <a:lstStyle>
            <a:lvl1pPr marL="0" indent="0">
              <a:buNone/>
              <a:defRPr sz="1197"/>
            </a:lvl1pPr>
            <a:lvl2pPr marL="342031" indent="0">
              <a:buNone/>
              <a:defRPr sz="1047"/>
            </a:lvl2pPr>
            <a:lvl3pPr marL="684063" indent="0">
              <a:buNone/>
              <a:defRPr sz="898"/>
            </a:lvl3pPr>
            <a:lvl4pPr marL="1026094" indent="0">
              <a:buNone/>
              <a:defRPr sz="748"/>
            </a:lvl4pPr>
            <a:lvl5pPr marL="1368125" indent="0">
              <a:buNone/>
              <a:defRPr sz="748"/>
            </a:lvl5pPr>
            <a:lvl6pPr marL="1710157" indent="0">
              <a:buNone/>
              <a:defRPr sz="748"/>
            </a:lvl6pPr>
            <a:lvl7pPr marL="2052188" indent="0">
              <a:buNone/>
              <a:defRPr sz="748"/>
            </a:lvl7pPr>
            <a:lvl8pPr marL="2394219" indent="0">
              <a:buNone/>
              <a:defRPr sz="748"/>
            </a:lvl8pPr>
            <a:lvl9pPr marL="2736251" indent="0">
              <a:buNone/>
              <a:defRPr sz="748"/>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2CE4F86-3F31-4E08-88F2-7163A60F584D}" type="datetimeFigureOut">
              <a:rPr lang="it-IT" smtClean="0"/>
              <a:t>19/10/26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E1B3BD06-2297-4810-873F-673C58F348DE}" type="slidenum">
              <a:rPr lang="it-IT" smtClean="0"/>
              <a:t>‹#›</a:t>
            </a:fld>
            <a:endParaRPr lang="it-IT"/>
          </a:p>
        </p:txBody>
      </p:sp>
    </p:spTree>
    <p:extLst>
      <p:ext uri="{BB962C8B-B14F-4D97-AF65-F5344CB8AC3E}">
        <p14:creationId xmlns:p14="http://schemas.microsoft.com/office/powerpoint/2010/main" val="3759584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471178" y="768032"/>
            <a:ext cx="2206252" cy="2688114"/>
          </a:xfrm>
        </p:spPr>
        <p:txBody>
          <a:bodyPr anchor="b"/>
          <a:lstStyle>
            <a:lvl1pPr>
              <a:defRPr sz="2394"/>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908120" y="1658740"/>
            <a:ext cx="3463022" cy="8187013"/>
          </a:xfrm>
        </p:spPr>
        <p:txBody>
          <a:bodyPr anchor="t"/>
          <a:lstStyle>
            <a:lvl1pPr marL="0" indent="0">
              <a:buNone/>
              <a:defRPr sz="2394"/>
            </a:lvl1pPr>
            <a:lvl2pPr marL="342031" indent="0">
              <a:buNone/>
              <a:defRPr sz="2095"/>
            </a:lvl2pPr>
            <a:lvl3pPr marL="684063" indent="0">
              <a:buNone/>
              <a:defRPr sz="1795"/>
            </a:lvl3pPr>
            <a:lvl4pPr marL="1026094" indent="0">
              <a:buNone/>
              <a:defRPr sz="1496"/>
            </a:lvl4pPr>
            <a:lvl5pPr marL="1368125" indent="0">
              <a:buNone/>
              <a:defRPr sz="1496"/>
            </a:lvl5pPr>
            <a:lvl6pPr marL="1710157" indent="0">
              <a:buNone/>
              <a:defRPr sz="1496"/>
            </a:lvl6pPr>
            <a:lvl7pPr marL="2052188" indent="0">
              <a:buNone/>
              <a:defRPr sz="1496"/>
            </a:lvl7pPr>
            <a:lvl8pPr marL="2394219" indent="0">
              <a:buNone/>
              <a:defRPr sz="1496"/>
            </a:lvl8pPr>
            <a:lvl9pPr marL="2736251" indent="0">
              <a:buNone/>
              <a:defRPr sz="1496"/>
            </a:lvl9pPr>
          </a:lstStyle>
          <a:p>
            <a:r>
              <a:rPr lang="zh-CN" altLang="en-US"/>
              <a:t>单击图标添加图片</a:t>
            </a:r>
            <a:endParaRPr lang="en-US" dirty="0"/>
          </a:p>
        </p:txBody>
      </p:sp>
      <p:sp>
        <p:nvSpPr>
          <p:cNvPr id="4" name="Text Placeholder 3"/>
          <p:cNvSpPr>
            <a:spLocks noGrp="1"/>
          </p:cNvSpPr>
          <p:nvPr>
            <p:ph type="body" sz="half" idx="2"/>
          </p:nvPr>
        </p:nvSpPr>
        <p:spPr>
          <a:xfrm>
            <a:off x="471178" y="3456146"/>
            <a:ext cx="2206252" cy="6402939"/>
          </a:xfrm>
        </p:spPr>
        <p:txBody>
          <a:bodyPr/>
          <a:lstStyle>
            <a:lvl1pPr marL="0" indent="0">
              <a:buNone/>
              <a:defRPr sz="1197"/>
            </a:lvl1pPr>
            <a:lvl2pPr marL="342031" indent="0">
              <a:buNone/>
              <a:defRPr sz="1047"/>
            </a:lvl2pPr>
            <a:lvl3pPr marL="684063" indent="0">
              <a:buNone/>
              <a:defRPr sz="898"/>
            </a:lvl3pPr>
            <a:lvl4pPr marL="1026094" indent="0">
              <a:buNone/>
              <a:defRPr sz="748"/>
            </a:lvl4pPr>
            <a:lvl5pPr marL="1368125" indent="0">
              <a:buNone/>
              <a:defRPr sz="748"/>
            </a:lvl5pPr>
            <a:lvl6pPr marL="1710157" indent="0">
              <a:buNone/>
              <a:defRPr sz="748"/>
            </a:lvl6pPr>
            <a:lvl7pPr marL="2052188" indent="0">
              <a:buNone/>
              <a:defRPr sz="748"/>
            </a:lvl7pPr>
            <a:lvl8pPr marL="2394219" indent="0">
              <a:buNone/>
              <a:defRPr sz="748"/>
            </a:lvl8pPr>
            <a:lvl9pPr marL="2736251" indent="0">
              <a:buNone/>
              <a:defRPr sz="748"/>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2CE4F86-3F31-4E08-88F2-7163A60F584D}" type="datetimeFigureOut">
              <a:rPr lang="it-IT" smtClean="0"/>
              <a:t>19/10/26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E1B3BD06-2297-4810-873F-673C58F348DE}" type="slidenum">
              <a:rPr lang="it-IT" smtClean="0"/>
              <a:t>‹#›</a:t>
            </a:fld>
            <a:endParaRPr lang="it-IT"/>
          </a:p>
        </p:txBody>
      </p:sp>
    </p:spTree>
    <p:extLst>
      <p:ext uri="{BB962C8B-B14F-4D97-AF65-F5344CB8AC3E}">
        <p14:creationId xmlns:p14="http://schemas.microsoft.com/office/powerpoint/2010/main" val="1171219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2CE4F86-3F31-4E08-88F2-7163A60F584D}" type="datetimeFigureOut">
              <a:rPr lang="it-IT" smtClean="0"/>
              <a:t>19/10/26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E1B3BD06-2297-4810-873F-673C58F348DE}" type="slidenum">
              <a:rPr lang="it-IT" smtClean="0"/>
              <a:t>‹#›</a:t>
            </a:fld>
            <a:endParaRPr lang="it-IT"/>
          </a:p>
        </p:txBody>
      </p:sp>
    </p:spTree>
    <p:extLst>
      <p:ext uri="{BB962C8B-B14F-4D97-AF65-F5344CB8AC3E}">
        <p14:creationId xmlns:p14="http://schemas.microsoft.com/office/powerpoint/2010/main" val="2114727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895260" y="613359"/>
            <a:ext cx="1474991" cy="976308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70288" y="613359"/>
            <a:ext cx="4339466" cy="9763081"/>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2CE4F86-3F31-4E08-88F2-7163A60F584D}" type="datetimeFigureOut">
              <a:rPr lang="it-IT" smtClean="0"/>
              <a:t>19/10/26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E1B3BD06-2297-4810-873F-673C58F348DE}" type="slidenum">
              <a:rPr lang="it-IT" smtClean="0"/>
              <a:t>‹#›</a:t>
            </a:fld>
            <a:endParaRPr lang="it-IT"/>
          </a:p>
        </p:txBody>
      </p:sp>
    </p:spTree>
    <p:extLst>
      <p:ext uri="{BB962C8B-B14F-4D97-AF65-F5344CB8AC3E}">
        <p14:creationId xmlns:p14="http://schemas.microsoft.com/office/powerpoint/2010/main" val="2322751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0287" y="613362"/>
            <a:ext cx="5899964" cy="222676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470287" y="3066796"/>
            <a:ext cx="5899964" cy="730964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470287" y="10677788"/>
            <a:ext cx="1539121" cy="613359"/>
          </a:xfrm>
          <a:prstGeom prst="rect">
            <a:avLst/>
          </a:prstGeom>
        </p:spPr>
        <p:txBody>
          <a:bodyPr vert="horz" lIns="91440" tIns="45720" rIns="91440" bIns="45720" rtlCol="0" anchor="ctr"/>
          <a:lstStyle>
            <a:lvl1pPr algn="l">
              <a:defRPr sz="898">
                <a:solidFill>
                  <a:schemeClr val="tx1">
                    <a:tint val="75000"/>
                  </a:schemeClr>
                </a:solidFill>
              </a:defRPr>
            </a:lvl1pPr>
          </a:lstStyle>
          <a:p>
            <a:fld id="{D2CE4F86-3F31-4E08-88F2-7163A60F584D}" type="datetimeFigureOut">
              <a:rPr lang="it-IT" smtClean="0"/>
              <a:t>19/10/26</a:t>
            </a:fld>
            <a:endParaRPr lang="it-IT"/>
          </a:p>
        </p:txBody>
      </p:sp>
      <p:sp>
        <p:nvSpPr>
          <p:cNvPr id="5" name="Footer Placeholder 4"/>
          <p:cNvSpPr>
            <a:spLocks noGrp="1"/>
          </p:cNvSpPr>
          <p:nvPr>
            <p:ph type="ftr" sz="quarter" idx="3"/>
          </p:nvPr>
        </p:nvSpPr>
        <p:spPr>
          <a:xfrm>
            <a:off x="2265928" y="10677788"/>
            <a:ext cx="2308682" cy="613359"/>
          </a:xfrm>
          <a:prstGeom prst="rect">
            <a:avLst/>
          </a:prstGeom>
        </p:spPr>
        <p:txBody>
          <a:bodyPr vert="horz" lIns="91440" tIns="45720" rIns="91440" bIns="45720" rtlCol="0" anchor="ctr"/>
          <a:lstStyle>
            <a:lvl1pPr algn="ctr">
              <a:defRPr sz="898">
                <a:solidFill>
                  <a:schemeClr val="tx1">
                    <a:tint val="75000"/>
                  </a:schemeClr>
                </a:solidFill>
              </a:defRPr>
            </a:lvl1pPr>
          </a:lstStyle>
          <a:p>
            <a:endParaRPr lang="it-IT"/>
          </a:p>
        </p:txBody>
      </p:sp>
      <p:sp>
        <p:nvSpPr>
          <p:cNvPr id="6" name="Slide Number Placeholder 5"/>
          <p:cNvSpPr>
            <a:spLocks noGrp="1"/>
          </p:cNvSpPr>
          <p:nvPr>
            <p:ph type="sldNum" sz="quarter" idx="4"/>
          </p:nvPr>
        </p:nvSpPr>
        <p:spPr>
          <a:xfrm>
            <a:off x="4831130" y="10677788"/>
            <a:ext cx="1539121" cy="613359"/>
          </a:xfrm>
          <a:prstGeom prst="rect">
            <a:avLst/>
          </a:prstGeom>
        </p:spPr>
        <p:txBody>
          <a:bodyPr vert="horz" lIns="91440" tIns="45720" rIns="91440" bIns="45720" rtlCol="0" anchor="ctr"/>
          <a:lstStyle>
            <a:lvl1pPr algn="r">
              <a:defRPr sz="898">
                <a:solidFill>
                  <a:schemeClr val="tx1">
                    <a:tint val="75000"/>
                  </a:schemeClr>
                </a:solidFill>
              </a:defRPr>
            </a:lvl1pPr>
          </a:lstStyle>
          <a:p>
            <a:fld id="{E1B3BD06-2297-4810-873F-673C58F348DE}" type="slidenum">
              <a:rPr lang="it-IT" smtClean="0"/>
              <a:t>‹#›</a:t>
            </a:fld>
            <a:endParaRPr lang="it-IT"/>
          </a:p>
        </p:txBody>
      </p:sp>
    </p:spTree>
    <p:extLst>
      <p:ext uri="{BB962C8B-B14F-4D97-AF65-F5344CB8AC3E}">
        <p14:creationId xmlns:p14="http://schemas.microsoft.com/office/powerpoint/2010/main" val="2457937915"/>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xStyles>
    <p:titleStyle>
      <a:lvl1pPr algn="l" defTabSz="684063" rtl="0" eaLnBrk="1" latinLnBrk="0" hangingPunct="1">
        <a:lnSpc>
          <a:spcPct val="90000"/>
        </a:lnSpc>
        <a:spcBef>
          <a:spcPct val="0"/>
        </a:spcBef>
        <a:buNone/>
        <a:defRPr sz="3292" kern="1200">
          <a:solidFill>
            <a:schemeClr val="tx1"/>
          </a:solidFill>
          <a:latin typeface="+mj-lt"/>
          <a:ea typeface="+mj-ea"/>
          <a:cs typeface="+mj-cs"/>
        </a:defRPr>
      </a:lvl1pPr>
    </p:titleStyle>
    <p:bodyStyle>
      <a:lvl1pPr marL="171016" indent="-171016" algn="l" defTabSz="684063" rtl="0" eaLnBrk="1" latinLnBrk="0" hangingPunct="1">
        <a:lnSpc>
          <a:spcPct val="90000"/>
        </a:lnSpc>
        <a:spcBef>
          <a:spcPts val="748"/>
        </a:spcBef>
        <a:buFont typeface="Arial" panose="020B0604020202020204" pitchFamily="34" charset="0"/>
        <a:buChar char="•"/>
        <a:defRPr sz="2095" kern="1200">
          <a:solidFill>
            <a:schemeClr val="tx1"/>
          </a:solidFill>
          <a:latin typeface="+mn-lt"/>
          <a:ea typeface="+mn-ea"/>
          <a:cs typeface="+mn-cs"/>
        </a:defRPr>
      </a:lvl1pPr>
      <a:lvl2pPr marL="513047" indent="-171016" algn="l" defTabSz="684063" rtl="0" eaLnBrk="1" latinLnBrk="0" hangingPunct="1">
        <a:lnSpc>
          <a:spcPct val="90000"/>
        </a:lnSpc>
        <a:spcBef>
          <a:spcPts val="374"/>
        </a:spcBef>
        <a:buFont typeface="Arial" panose="020B0604020202020204" pitchFamily="34" charset="0"/>
        <a:buChar char="•"/>
        <a:defRPr sz="1795" kern="1200">
          <a:solidFill>
            <a:schemeClr val="tx1"/>
          </a:solidFill>
          <a:latin typeface="+mn-lt"/>
          <a:ea typeface="+mn-ea"/>
          <a:cs typeface="+mn-cs"/>
        </a:defRPr>
      </a:lvl2pPr>
      <a:lvl3pPr marL="855078" indent="-171016" algn="l" defTabSz="684063" rtl="0" eaLnBrk="1" latinLnBrk="0" hangingPunct="1">
        <a:lnSpc>
          <a:spcPct val="90000"/>
        </a:lnSpc>
        <a:spcBef>
          <a:spcPts val="374"/>
        </a:spcBef>
        <a:buFont typeface="Arial" panose="020B0604020202020204" pitchFamily="34" charset="0"/>
        <a:buChar char="•"/>
        <a:defRPr sz="1496" kern="1200">
          <a:solidFill>
            <a:schemeClr val="tx1"/>
          </a:solidFill>
          <a:latin typeface="+mn-lt"/>
          <a:ea typeface="+mn-ea"/>
          <a:cs typeface="+mn-cs"/>
        </a:defRPr>
      </a:lvl3pPr>
      <a:lvl4pPr marL="1197110"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4pPr>
      <a:lvl5pPr marL="1539141"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5pPr>
      <a:lvl6pPr marL="1881172"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6pPr>
      <a:lvl7pPr marL="2223204"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7pPr>
      <a:lvl8pPr marL="2565235"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8pPr>
      <a:lvl9pPr marL="2907266"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9pPr>
    </p:bodyStyle>
    <p:otherStyle>
      <a:defPPr>
        <a:defRPr lang="en-US"/>
      </a:defPPr>
      <a:lvl1pPr marL="0" algn="l" defTabSz="684063" rtl="0" eaLnBrk="1" latinLnBrk="0" hangingPunct="1">
        <a:defRPr sz="1347" kern="1200">
          <a:solidFill>
            <a:schemeClr val="tx1"/>
          </a:solidFill>
          <a:latin typeface="+mn-lt"/>
          <a:ea typeface="+mn-ea"/>
          <a:cs typeface="+mn-cs"/>
        </a:defRPr>
      </a:lvl1pPr>
      <a:lvl2pPr marL="342031" algn="l" defTabSz="684063" rtl="0" eaLnBrk="1" latinLnBrk="0" hangingPunct="1">
        <a:defRPr sz="1347" kern="1200">
          <a:solidFill>
            <a:schemeClr val="tx1"/>
          </a:solidFill>
          <a:latin typeface="+mn-lt"/>
          <a:ea typeface="+mn-ea"/>
          <a:cs typeface="+mn-cs"/>
        </a:defRPr>
      </a:lvl2pPr>
      <a:lvl3pPr marL="684063" algn="l" defTabSz="684063" rtl="0" eaLnBrk="1" latinLnBrk="0" hangingPunct="1">
        <a:defRPr sz="1347" kern="1200">
          <a:solidFill>
            <a:schemeClr val="tx1"/>
          </a:solidFill>
          <a:latin typeface="+mn-lt"/>
          <a:ea typeface="+mn-ea"/>
          <a:cs typeface="+mn-cs"/>
        </a:defRPr>
      </a:lvl3pPr>
      <a:lvl4pPr marL="1026094" algn="l" defTabSz="684063" rtl="0" eaLnBrk="1" latinLnBrk="0" hangingPunct="1">
        <a:defRPr sz="1347" kern="1200">
          <a:solidFill>
            <a:schemeClr val="tx1"/>
          </a:solidFill>
          <a:latin typeface="+mn-lt"/>
          <a:ea typeface="+mn-ea"/>
          <a:cs typeface="+mn-cs"/>
        </a:defRPr>
      </a:lvl4pPr>
      <a:lvl5pPr marL="1368125" algn="l" defTabSz="684063" rtl="0" eaLnBrk="1" latinLnBrk="0" hangingPunct="1">
        <a:defRPr sz="1347" kern="1200">
          <a:solidFill>
            <a:schemeClr val="tx1"/>
          </a:solidFill>
          <a:latin typeface="+mn-lt"/>
          <a:ea typeface="+mn-ea"/>
          <a:cs typeface="+mn-cs"/>
        </a:defRPr>
      </a:lvl5pPr>
      <a:lvl6pPr marL="1710157" algn="l" defTabSz="684063" rtl="0" eaLnBrk="1" latinLnBrk="0" hangingPunct="1">
        <a:defRPr sz="1347" kern="1200">
          <a:solidFill>
            <a:schemeClr val="tx1"/>
          </a:solidFill>
          <a:latin typeface="+mn-lt"/>
          <a:ea typeface="+mn-ea"/>
          <a:cs typeface="+mn-cs"/>
        </a:defRPr>
      </a:lvl6pPr>
      <a:lvl7pPr marL="2052188" algn="l" defTabSz="684063" rtl="0" eaLnBrk="1" latinLnBrk="0" hangingPunct="1">
        <a:defRPr sz="1347" kern="1200">
          <a:solidFill>
            <a:schemeClr val="tx1"/>
          </a:solidFill>
          <a:latin typeface="+mn-lt"/>
          <a:ea typeface="+mn-ea"/>
          <a:cs typeface="+mn-cs"/>
        </a:defRPr>
      </a:lvl7pPr>
      <a:lvl8pPr marL="2394219" algn="l" defTabSz="684063" rtl="0" eaLnBrk="1" latinLnBrk="0" hangingPunct="1">
        <a:defRPr sz="1347" kern="1200">
          <a:solidFill>
            <a:schemeClr val="tx1"/>
          </a:solidFill>
          <a:latin typeface="+mn-lt"/>
          <a:ea typeface="+mn-ea"/>
          <a:cs typeface="+mn-cs"/>
        </a:defRPr>
      </a:lvl8pPr>
      <a:lvl9pPr marL="2736251" algn="l" defTabSz="684063" rtl="0" eaLnBrk="1" latinLnBrk="0" hangingPunct="1">
        <a:defRPr sz="134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ai-hyperi.github.io/" TargetMode="External"/><Relationship Id="rId13" Type="http://schemas.openxmlformats.org/officeDocument/2006/relationships/hyperlink" Target="https://v.wjx.cn/vm/OwJ817x.aspx" TargetMode="External"/><Relationship Id="rId3" Type="http://schemas.openxmlformats.org/officeDocument/2006/relationships/image" Target="../media/image1.jpg"/><Relationship Id="rId7" Type="http://schemas.openxmlformats.org/officeDocument/2006/relationships/hyperlink" Target="https://gai-hyperi.github.io/haiq" TargetMode="External"/><Relationship Id="rId12" Type="http://schemas.openxmlformats.org/officeDocument/2006/relationships/hyperlink" Target="https://forms.gle/9T5VKDWNdQgtLW3m6"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hyper-intelligence.org/" TargetMode="External"/><Relationship Id="rId11" Type="http://schemas.openxmlformats.org/officeDocument/2006/relationships/image" Target="../media/image4.png"/><Relationship Id="rId5" Type="http://schemas.openxmlformats.org/officeDocument/2006/relationships/hyperlink" Target="http://www.cybermatics.org/SmartWorldCongress2015/SWC2015/Top10Cs/index.php" TargetMode="External"/><Relationship Id="rId10" Type="http://schemas.openxmlformats.org/officeDocument/2006/relationships/image" Target="../media/image3.png"/><Relationship Id="rId4" Type="http://schemas.openxmlformats.org/officeDocument/2006/relationships/hyperlink" Target="https://wi-consortium.org/blog/top10qi/" TargetMode="External"/><Relationship Id="rId9" Type="http://schemas.openxmlformats.org/officeDocument/2006/relationships/image" Target="../media/image2.jpeg"/><Relationship Id="rId1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河边的建筑&#10;&#10;AI 生成的内容可能不正确。">
            <a:extLst>
              <a:ext uri="{FF2B5EF4-FFF2-40B4-BE49-F238E27FC236}">
                <a16:creationId xmlns:a16="http://schemas.microsoft.com/office/drawing/2014/main" id="{FD66C93B-DE21-D55E-CACA-1D5626438C16}"/>
              </a:ext>
            </a:extLst>
          </p:cNvPr>
          <p:cNvPicPr>
            <a:picLocks noChangeAspect="1"/>
          </p:cNvPicPr>
          <p:nvPr/>
        </p:nvPicPr>
        <p:blipFill rotWithShape="1">
          <a:blip r:embed="rId3">
            <a:extLst>
              <a:ext uri="{28A0092B-C50C-407E-A947-70E740481C1C}">
                <a14:useLocalDpi xmlns:a14="http://schemas.microsoft.com/office/drawing/2010/main" val="0"/>
              </a:ext>
            </a:extLst>
          </a:blip>
          <a:srcRect t="35733" r="-58" b="32150"/>
          <a:stretch>
            <a:fillRect/>
          </a:stretch>
        </p:blipFill>
        <p:spPr>
          <a:xfrm>
            <a:off x="538" y="0"/>
            <a:ext cx="6840000" cy="1604295"/>
          </a:xfrm>
          <a:prstGeom prst="rect">
            <a:avLst/>
          </a:prstGeom>
        </p:spPr>
      </p:pic>
      <p:sp>
        <p:nvSpPr>
          <p:cNvPr id="7" name="Text Box 6">
            <a:extLst>
              <a:ext uri="{FF2B5EF4-FFF2-40B4-BE49-F238E27FC236}">
                <a16:creationId xmlns:a16="http://schemas.microsoft.com/office/drawing/2014/main" id="{CFF96C55-2880-4265-8ACA-6070702739ED}"/>
              </a:ext>
            </a:extLst>
          </p:cNvPr>
          <p:cNvSpPr txBox="1">
            <a:spLocks noChangeArrowheads="1"/>
          </p:cNvSpPr>
          <p:nvPr/>
        </p:nvSpPr>
        <p:spPr bwMode="auto">
          <a:xfrm>
            <a:off x="92781" y="1623315"/>
            <a:ext cx="6627600" cy="25639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vert="horz" wrap="square" lIns="0" tIns="0" rIns="0" bIns="0" numCol="1" anchor="t" anchorCtr="0" compatLnSpc="1">
            <a:prstTxWarp prst="textNoShape">
              <a:avLst/>
            </a:prstTxWarp>
          </a:bodyPr>
          <a:lstStyle/>
          <a:p>
            <a:pPr algn="just" defTabSz="914336" eaLnBrk="0" fontAlgn="base" hangingPunct="0">
              <a:spcBef>
                <a:spcPct val="0"/>
              </a:spcBef>
              <a:spcAft>
                <a:spcPts val="199"/>
              </a:spcAft>
            </a:pPr>
            <a:r>
              <a:rPr lang="en" altLang="zh-CN" sz="1500" b="1" dirty="0">
                <a:solidFill>
                  <a:srgbClr val="000000"/>
                </a:solidFill>
                <a:latin typeface="Titillium" panose="00000500000000000000" pitchFamily="50" charset="0"/>
              </a:rPr>
              <a:t>Vision and Motivation</a:t>
            </a:r>
          </a:p>
          <a:p>
            <a:pPr algn="just">
              <a:lnSpc>
                <a:spcPct val="90000"/>
              </a:lnSpc>
            </a:pPr>
            <a:r>
              <a:rPr lang="en" altLang="zh-CN" sz="1300" dirty="0"/>
              <a:t>Questions shape the evolution of science and technology. “Can machines think?” helped open the age of AI. What comes next in AI’s evolution? Hyper AI? Super AI? The next era of intelligence may begin with the questions we ask together.</a:t>
            </a:r>
          </a:p>
          <a:p>
            <a:pPr algn="just">
              <a:lnSpc>
                <a:spcPct val="95000"/>
              </a:lnSpc>
            </a:pPr>
            <a:endParaRPr lang="en" altLang="zh-CN" sz="600" dirty="0"/>
          </a:p>
          <a:p>
            <a:pPr algn="just">
              <a:lnSpc>
                <a:spcPct val="90000"/>
              </a:lnSpc>
            </a:pPr>
            <a:r>
              <a:rPr lang="en" altLang="zh-CN" sz="1300" dirty="0"/>
              <a:t>Great questions can outlive their answers. Over a decade, </a:t>
            </a:r>
            <a:r>
              <a:rPr lang="en" altLang="zh-CN" sz="1300" u="sng" dirty="0">
                <a:hlinkClick r:id="rId4"/>
              </a:rPr>
              <a:t>Top10Qi</a:t>
            </a:r>
            <a:r>
              <a:rPr lang="en" altLang="zh-CN" sz="1300" dirty="0"/>
              <a:t> and </a:t>
            </a:r>
            <a:r>
              <a:rPr lang="en" altLang="zh-CN" sz="1300" u="sng" dirty="0">
                <a:hlinkClick r:id="rId5"/>
              </a:rPr>
              <a:t>Top10Cs</a:t>
            </a:r>
            <a:r>
              <a:rPr lang="en" altLang="zh-CN" sz="1300" dirty="0"/>
              <a:t> invited people worldwide to propose and vote on fundamental questions and challenges. Expert committees and the wider community produced remarkably similar top rankings. More than a decade later, questions such as “Can machines be creative?” still resonate today.</a:t>
            </a:r>
          </a:p>
          <a:p>
            <a:pPr algn="just">
              <a:lnSpc>
                <a:spcPct val="95000"/>
              </a:lnSpc>
            </a:pPr>
            <a:endParaRPr lang="en" altLang="zh-CN" sz="600" dirty="0"/>
          </a:p>
          <a:p>
            <a:pPr algn="just">
              <a:lnSpc>
                <a:spcPct val="90000"/>
              </a:lnSpc>
            </a:pPr>
            <a:r>
              <a:rPr lang="en" altLang="zh-CN" sz="1300" dirty="0"/>
              <a:t>A new era calls for new questions. Since 2020, the IEEE Hyper-Intelligence Technical Committee </a:t>
            </a:r>
            <a:r>
              <a:rPr lang="en" altLang="zh-CN" sz="1300" u="sng" dirty="0">
                <a:hlinkClick r:id="rId6"/>
              </a:rPr>
              <a:t>(HITC)</a:t>
            </a:r>
            <a:r>
              <a:rPr lang="en" altLang="zh-CN" sz="1300" dirty="0"/>
              <a:t> has opened a broader exploration of what intelligence may become. The Hyper/Super AI Questions Initiative </a:t>
            </a:r>
            <a:r>
              <a:rPr lang="en" altLang="zh-CN" sz="1300" b="1" dirty="0"/>
              <a:t>(</a:t>
            </a:r>
            <a:r>
              <a:rPr lang="en" altLang="zh-CN" sz="1300" dirty="0">
                <a:hlinkClick r:id="rId7"/>
              </a:rPr>
              <a:t>HAI-Q</a:t>
            </a:r>
            <a:r>
              <a:rPr lang="en" altLang="zh-CN" sz="1300" b="1" dirty="0"/>
              <a:t>)</a:t>
            </a:r>
            <a:r>
              <a:rPr lang="en" altLang="zh-CN" sz="1300" dirty="0"/>
              <a:t> now invites the global community to discover the fundamental questions that may shape the next era of intelligence.</a:t>
            </a:r>
          </a:p>
          <a:p>
            <a:endParaRPr lang="en" altLang="zh-CN" sz="1000" dirty="0"/>
          </a:p>
          <a:p>
            <a:pPr algn="just" defTabSz="914336" eaLnBrk="0" fontAlgn="base" hangingPunct="0">
              <a:spcBef>
                <a:spcPct val="0"/>
              </a:spcBef>
              <a:spcAft>
                <a:spcPts val="199"/>
              </a:spcAft>
            </a:pPr>
            <a:endParaRPr lang="en" altLang="zh-CN" sz="1000" b="1" dirty="0">
              <a:solidFill>
                <a:srgbClr val="000000"/>
              </a:solidFill>
              <a:latin typeface="Titillium" panose="00000500000000000000" pitchFamily="50" charset="0"/>
            </a:endParaRPr>
          </a:p>
          <a:p>
            <a:pPr algn="just" defTabSz="914336" eaLnBrk="0" fontAlgn="base" hangingPunct="0">
              <a:spcBef>
                <a:spcPct val="0"/>
              </a:spcBef>
              <a:spcAft>
                <a:spcPts val="199"/>
              </a:spcAft>
            </a:pPr>
            <a:endParaRPr lang="en" altLang="zh-CN" sz="1400" b="1" dirty="0">
              <a:solidFill>
                <a:srgbClr val="000000"/>
              </a:solidFill>
              <a:latin typeface="Titillium" panose="00000500000000000000" pitchFamily="50" charset="0"/>
            </a:endParaRPr>
          </a:p>
        </p:txBody>
      </p:sp>
      <p:sp>
        <p:nvSpPr>
          <p:cNvPr id="16" name="Rectangle 2">
            <a:extLst>
              <a:ext uri="{FF2B5EF4-FFF2-40B4-BE49-F238E27FC236}">
                <a16:creationId xmlns:a16="http://schemas.microsoft.com/office/drawing/2014/main" id="{9414C993-C5A9-3D3E-D17B-DBF83F3791FF}"/>
              </a:ext>
            </a:extLst>
          </p:cNvPr>
          <p:cNvSpPr>
            <a:spLocks noChangeArrowheads="1"/>
          </p:cNvSpPr>
          <p:nvPr/>
        </p:nvSpPr>
        <p:spPr bwMode="auto">
          <a:xfrm>
            <a:off x="-31384" y="72872"/>
            <a:ext cx="6840539" cy="1629681"/>
          </a:xfrm>
          <a:prstGeom prst="rect">
            <a:avLst/>
          </a:prstGeom>
          <a:noFill/>
          <a:ln>
            <a:noFill/>
          </a:ln>
          <a:effectLst>
            <a:glow rad="139700">
              <a:schemeClr val="accent1">
                <a:satMod val="175000"/>
                <a:alpha val="40000"/>
              </a:schemeClr>
            </a:glow>
          </a:effectLst>
        </p:spPr>
        <p:txBody>
          <a:bodyPr vert="horz" wrap="square" lIns="36576" tIns="36576" rIns="36576" bIns="36576" numCol="1" anchor="t" anchorCtr="0" compatLnSpc="1">
            <a:prstTxWarp prst="textNoShape">
              <a:avLst/>
            </a:prstTxWarp>
          </a:bodyPr>
          <a:lstStyle/>
          <a:p>
            <a:pPr algn="ctr" defTabSz="914336" eaLnBrk="0" fontAlgn="base" hangingPunct="0">
              <a:lnSpc>
                <a:spcPct val="95000"/>
              </a:lnSpc>
              <a:spcBef>
                <a:spcPts val="1200"/>
              </a:spcBef>
              <a:spcAft>
                <a:spcPct val="0"/>
              </a:spcAft>
            </a:pPr>
            <a:r>
              <a:rPr lang="en-US" altLang="it-IT" sz="3200" b="1" dirty="0">
                <a:solidFill>
                  <a:schemeClr val="bg1"/>
                </a:solidFill>
                <a:effectLst>
                  <a:glow rad="63500">
                    <a:schemeClr val="accent1">
                      <a:satMod val="175000"/>
                      <a:alpha val="40000"/>
                    </a:schemeClr>
                  </a:glow>
                  <a:outerShdw blurRad="50800" dist="38100" dir="2700000" algn="tl" rotWithShape="0">
                    <a:prstClr val="black">
                      <a:alpha val="40000"/>
                    </a:prstClr>
                  </a:outerShdw>
                </a:effectLst>
                <a:latin typeface="Titillium" panose="00000500000000000000" pitchFamily="50" charset="0"/>
              </a:rPr>
              <a:t>HAI-Q</a:t>
            </a:r>
          </a:p>
          <a:p>
            <a:pPr algn="ctr" defTabSz="914336" eaLnBrk="0" fontAlgn="base" hangingPunct="0">
              <a:lnSpc>
                <a:spcPct val="95000"/>
              </a:lnSpc>
              <a:spcAft>
                <a:spcPct val="0"/>
              </a:spcAft>
            </a:pPr>
            <a:r>
              <a:rPr lang="en" altLang="zh-CN" sz="2800" b="1" dirty="0">
                <a:solidFill>
                  <a:schemeClr val="bg1"/>
                </a:solidFill>
                <a:effectLst>
                  <a:glow rad="63500">
                    <a:schemeClr val="accent1">
                      <a:satMod val="175000"/>
                      <a:alpha val="40000"/>
                    </a:schemeClr>
                  </a:glow>
                  <a:outerShdw blurRad="50800" dist="38100" dir="2700000" algn="tl" rotWithShape="0">
                    <a:prstClr val="black">
                      <a:alpha val="40000"/>
                    </a:prstClr>
                  </a:outerShdw>
                </a:effectLst>
                <a:latin typeface="Titillium" panose="00000500000000000000" pitchFamily="50" charset="0"/>
              </a:rPr>
              <a:t>Hyper/Super AI</a:t>
            </a:r>
            <a:r>
              <a:rPr lang="zh-CN" altLang="en-US" sz="2800" b="1" dirty="0">
                <a:solidFill>
                  <a:schemeClr val="bg1"/>
                </a:solidFill>
                <a:effectLst>
                  <a:glow rad="63500">
                    <a:schemeClr val="accent1">
                      <a:satMod val="175000"/>
                      <a:alpha val="40000"/>
                    </a:schemeClr>
                  </a:glow>
                  <a:outerShdw blurRad="50800" dist="38100" dir="2700000" algn="tl" rotWithShape="0">
                    <a:prstClr val="black">
                      <a:alpha val="40000"/>
                    </a:prstClr>
                  </a:outerShdw>
                </a:effectLst>
                <a:latin typeface="Titillium" panose="00000500000000000000" pitchFamily="50" charset="0"/>
              </a:rPr>
              <a:t> </a:t>
            </a:r>
            <a:r>
              <a:rPr lang="en-US" altLang="zh-CN" sz="2800" b="1" dirty="0">
                <a:solidFill>
                  <a:schemeClr val="bg1"/>
                </a:solidFill>
                <a:effectLst>
                  <a:glow rad="63500">
                    <a:schemeClr val="accent1">
                      <a:satMod val="175000"/>
                      <a:alpha val="40000"/>
                    </a:schemeClr>
                  </a:glow>
                  <a:outerShdw blurRad="50800" dist="38100" dir="2700000" algn="tl" rotWithShape="0">
                    <a:prstClr val="black">
                      <a:alpha val="40000"/>
                    </a:prstClr>
                  </a:outerShdw>
                </a:effectLst>
                <a:latin typeface="Titillium" panose="00000500000000000000" pitchFamily="50" charset="0"/>
              </a:rPr>
              <a:t>Questions Initiative</a:t>
            </a:r>
            <a:endParaRPr lang="en" altLang="zh-CN" sz="2800" b="1" dirty="0">
              <a:solidFill>
                <a:schemeClr val="bg1"/>
              </a:solidFill>
              <a:effectLst>
                <a:glow rad="63500">
                  <a:schemeClr val="accent1">
                    <a:satMod val="175000"/>
                    <a:alpha val="40000"/>
                  </a:schemeClr>
                </a:glow>
                <a:outerShdw blurRad="50800" dist="38100" dir="2700000" algn="tl" rotWithShape="0">
                  <a:prstClr val="black">
                    <a:alpha val="40000"/>
                  </a:prstClr>
                </a:outerShdw>
              </a:effectLst>
              <a:latin typeface="Titillium" panose="00000500000000000000" pitchFamily="50" charset="0"/>
            </a:endParaRPr>
          </a:p>
          <a:p>
            <a:pPr algn="ctr" defTabSz="914336" eaLnBrk="0" fontAlgn="base" hangingPunct="0">
              <a:spcBef>
                <a:spcPts val="300"/>
              </a:spcBef>
              <a:spcAft>
                <a:spcPct val="0"/>
              </a:spcAft>
            </a:pPr>
            <a:r>
              <a:rPr lang="en" altLang="zh-CN" b="1" dirty="0">
                <a:solidFill>
                  <a:schemeClr val="bg1"/>
                </a:solidFill>
                <a:effectLst>
                  <a:outerShdw blurRad="50800" dist="38100" dir="2700000" algn="tl" rotWithShape="0">
                    <a:prstClr val="black">
                      <a:alpha val="40000"/>
                    </a:prstClr>
                  </a:outerShdw>
                </a:effectLst>
                <a:latin typeface="Titillium" panose="00000500000000000000" pitchFamily="50" charset="0"/>
              </a:rPr>
              <a:t>An Open Event in </a:t>
            </a:r>
            <a:r>
              <a:rPr lang="en" altLang="zh-CN" b="1" dirty="0">
                <a:solidFill>
                  <a:schemeClr val="bg1"/>
                </a:solidFill>
                <a:effectLst>
                  <a:outerShdw blurRad="50800" dist="38100" dir="2700000" algn="tl" rotWithShape="0">
                    <a:prstClr val="black">
                      <a:alpha val="40000"/>
                    </a:prstClr>
                  </a:outerShdw>
                </a:effectLst>
                <a:latin typeface="Titillium" panose="00000500000000000000" pitchFamily="50" charset="0"/>
                <a:hlinkClick r:id="rId8">
                  <a:extLst>
                    <a:ext uri="{A12FA001-AC4F-418D-AE19-62706E023703}">
                      <ahyp:hlinkClr xmlns:ahyp="http://schemas.microsoft.com/office/drawing/2018/hyperlinkcolor" val="tx"/>
                    </a:ext>
                  </a:extLst>
                </a:hlinkClick>
              </a:rPr>
              <a:t>GAI-HyperI 2026</a:t>
            </a:r>
            <a:endParaRPr lang="en" altLang="zh-CN" b="1" dirty="0">
              <a:solidFill>
                <a:schemeClr val="bg1"/>
              </a:solidFill>
              <a:effectLst>
                <a:outerShdw blurRad="50800" dist="38100" dir="2700000" algn="tl" rotWithShape="0">
                  <a:prstClr val="black">
                    <a:alpha val="40000"/>
                  </a:prstClr>
                </a:outerShdw>
              </a:effectLst>
              <a:latin typeface="Titillium" panose="00000500000000000000" pitchFamily="50" charset="0"/>
            </a:endParaRPr>
          </a:p>
          <a:p>
            <a:pPr algn="ctr" defTabSz="914336" eaLnBrk="0" fontAlgn="base" hangingPunct="0">
              <a:spcBef>
                <a:spcPct val="0"/>
              </a:spcBef>
              <a:spcAft>
                <a:spcPct val="0"/>
              </a:spcAft>
            </a:pPr>
            <a:r>
              <a:rPr lang="en" altLang="zh-CN" sz="1600" dirty="0">
                <a:solidFill>
                  <a:srgbClr val="FFFF00"/>
                </a:solidFill>
                <a:effectLst>
                  <a:outerShdw blurRad="38100" dist="38100" dir="2700000" algn="tl">
                    <a:srgbClr val="000000">
                      <a:alpha val="43137"/>
                    </a:srgbClr>
                  </a:outerShdw>
                </a:effectLst>
                <a:latin typeface="Titillium" panose="00000500000000000000" pitchFamily="50" charset="0"/>
              </a:rPr>
              <a:t>September-November, 2026</a:t>
            </a:r>
            <a:endParaRPr lang="it-IT" altLang="it-IT" sz="2400" dirty="0">
              <a:solidFill>
                <a:srgbClr val="FFFF00"/>
              </a:solidFill>
              <a:effectLst>
                <a:outerShdw blurRad="38100" dist="38100" dir="2700000" algn="tl">
                  <a:srgbClr val="000000">
                    <a:alpha val="43137"/>
                  </a:srgbClr>
                </a:outerShdw>
              </a:effectLst>
              <a:latin typeface="Arial" panose="020B0604020202020204" pitchFamily="34" charset="0"/>
            </a:endParaRPr>
          </a:p>
        </p:txBody>
      </p:sp>
      <p:sp>
        <p:nvSpPr>
          <p:cNvPr id="36" name="Text Box 6">
            <a:extLst>
              <a:ext uri="{FF2B5EF4-FFF2-40B4-BE49-F238E27FC236}">
                <a16:creationId xmlns:a16="http://schemas.microsoft.com/office/drawing/2014/main" id="{B09EEAE3-C89E-2B57-D759-1BB7A14641DA}"/>
              </a:ext>
            </a:extLst>
          </p:cNvPr>
          <p:cNvSpPr txBox="1">
            <a:spLocks noChangeArrowheads="1"/>
          </p:cNvSpPr>
          <p:nvPr/>
        </p:nvSpPr>
        <p:spPr bwMode="auto">
          <a:xfrm>
            <a:off x="65259" y="8103822"/>
            <a:ext cx="5512526" cy="8793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vert="horz" wrap="square" lIns="0" tIns="0" rIns="0" bIns="0" numCol="1" anchor="t" anchorCtr="0" compatLnSpc="1">
            <a:prstTxWarp prst="textNoShape">
              <a:avLst/>
            </a:prstTxWarp>
          </a:bodyPr>
          <a:lstStyle/>
          <a:p>
            <a:pPr fontAlgn="base">
              <a:spcBef>
                <a:spcPct val="0"/>
              </a:spcBef>
            </a:pPr>
            <a:r>
              <a:rPr lang="en-US" altLang="it-IT" sz="1500" b="1" dirty="0">
                <a:solidFill>
                  <a:srgbClr val="000000"/>
                </a:solidFill>
                <a:latin typeface="Titillium" panose="00000500000000000000" pitchFamily="50" charset="0"/>
              </a:rPr>
              <a:t>Organizers</a:t>
            </a:r>
          </a:p>
          <a:p>
            <a:pPr marL="457165" indent="-133340">
              <a:buFont typeface="Arial" panose="020B0604020202020204" pitchFamily="34" charset="0"/>
              <a:buChar char="•"/>
            </a:pPr>
            <a:r>
              <a:rPr lang="en" altLang="zh-CN" sz="1300" dirty="0"/>
              <a:t>Jianhua Ma, Hosei University, Japan</a:t>
            </a:r>
          </a:p>
          <a:p>
            <a:pPr marL="457165" indent="-133340">
              <a:buFont typeface="Arial" panose="020B0604020202020204" pitchFamily="34" charset="0"/>
              <a:buChar char="•"/>
            </a:pPr>
            <a:r>
              <a:rPr lang="en" altLang="zh-CN" sz="1300" dirty="0"/>
              <a:t>Qun Jin, </a:t>
            </a:r>
            <a:r>
              <a:rPr lang="en" altLang="zh-CN" sz="1300" dirty="0" err="1"/>
              <a:t>Waseda</a:t>
            </a:r>
            <a:r>
              <a:rPr lang="en" altLang="zh-CN" sz="1300" dirty="0"/>
              <a:t> University, Japan</a:t>
            </a:r>
          </a:p>
          <a:p>
            <a:pPr marL="457165" indent="-133340">
              <a:buFont typeface="Arial" panose="020B0604020202020204" pitchFamily="34" charset="0"/>
              <a:buChar char="•"/>
            </a:pPr>
            <a:r>
              <a:rPr lang="en" altLang="zh-CN" sz="1300" dirty="0"/>
              <a:t>Ao Guo, Nagoya University, Japan</a:t>
            </a:r>
          </a:p>
          <a:p>
            <a:pPr marL="457165" indent="-133340">
              <a:buFont typeface="Arial" panose="020B0604020202020204" pitchFamily="34" charset="0"/>
              <a:buChar char="•"/>
            </a:pPr>
            <a:r>
              <a:rPr lang="en" altLang="zh-CN" sz="1400" dirty="0"/>
              <a:t>Yang Xiang, Monash University, Australia </a:t>
            </a:r>
          </a:p>
          <a:p>
            <a:pPr marL="457165" indent="-133340">
              <a:buFont typeface="Arial" panose="020B0604020202020204" pitchFamily="34" charset="0"/>
              <a:buChar char="•"/>
            </a:pPr>
            <a:r>
              <a:rPr lang="en" altLang="zh-CN" sz="1300" dirty="0"/>
              <a:t>Chao Chen, RMIT University, Australia</a:t>
            </a:r>
          </a:p>
          <a:p>
            <a:pPr marL="457165" indent="-133340">
              <a:buFont typeface="Arial" panose="020B0604020202020204" pitchFamily="34" charset="0"/>
              <a:buChar char="•"/>
            </a:pPr>
            <a:endParaRPr lang="en" altLang="zh-CN" sz="1400" dirty="0"/>
          </a:p>
        </p:txBody>
      </p:sp>
      <p:pic>
        <p:nvPicPr>
          <p:cNvPr id="45" name="图片 44" descr="图片包含 文本&#10;&#10;描述已自动生成">
            <a:extLst>
              <a:ext uri="{FF2B5EF4-FFF2-40B4-BE49-F238E27FC236}">
                <a16:creationId xmlns:a16="http://schemas.microsoft.com/office/drawing/2014/main" id="{82B29D03-C0F7-BFF4-5D80-FF1D15A01C1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11075" y="10464627"/>
            <a:ext cx="1530492" cy="577838"/>
          </a:xfrm>
          <a:prstGeom prst="rect">
            <a:avLst/>
          </a:prstGeom>
        </p:spPr>
      </p:pic>
      <p:pic>
        <p:nvPicPr>
          <p:cNvPr id="51" name="图片 50" descr="卡通人物&#10;&#10;中度可信度描述已自动生成">
            <a:extLst>
              <a:ext uri="{FF2B5EF4-FFF2-40B4-BE49-F238E27FC236}">
                <a16:creationId xmlns:a16="http://schemas.microsoft.com/office/drawing/2014/main" id="{DD1A4715-234B-D5AA-5144-279722ADDC0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892138" y="10539524"/>
            <a:ext cx="1609593" cy="469085"/>
          </a:xfrm>
          <a:prstGeom prst="rect">
            <a:avLst/>
          </a:prstGeom>
        </p:spPr>
      </p:pic>
      <p:pic>
        <p:nvPicPr>
          <p:cNvPr id="10" name="图片 9" descr="QR 代码&#10;&#10;AI 生成的内容可能不正确。">
            <a:extLst>
              <a:ext uri="{FF2B5EF4-FFF2-40B4-BE49-F238E27FC236}">
                <a16:creationId xmlns:a16="http://schemas.microsoft.com/office/drawing/2014/main" id="{02428DB1-083C-64AF-201A-017B8213EA5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642074" y="10243134"/>
            <a:ext cx="916871" cy="916871"/>
          </a:xfrm>
          <a:prstGeom prst="rect">
            <a:avLst/>
          </a:prstGeom>
        </p:spPr>
      </p:pic>
      <p:sp>
        <p:nvSpPr>
          <p:cNvPr id="5" name="Rectangle 3">
            <a:extLst>
              <a:ext uri="{FF2B5EF4-FFF2-40B4-BE49-F238E27FC236}">
                <a16:creationId xmlns:a16="http://schemas.microsoft.com/office/drawing/2014/main" id="{C07141FB-051B-48F6-BE80-8639C19FE5E3}"/>
              </a:ext>
            </a:extLst>
          </p:cNvPr>
          <p:cNvSpPr>
            <a:spLocks noChangeArrowheads="1"/>
          </p:cNvSpPr>
          <p:nvPr/>
        </p:nvSpPr>
        <p:spPr bwMode="auto">
          <a:xfrm>
            <a:off x="538" y="11120249"/>
            <a:ext cx="6840000" cy="426403"/>
          </a:xfrm>
          <a:prstGeom prst="rect">
            <a:avLst/>
          </a:prstGeom>
          <a:solidFill>
            <a:srgbClr val="606D89"/>
          </a:solidFill>
          <a:ln>
            <a:noFill/>
          </a:ln>
          <a:effectLst/>
        </p:spPr>
        <p:txBody>
          <a:bodyPr vert="horz" wrap="square" lIns="36576" tIns="36576" rIns="36576" bIns="36576" numCol="1" anchor="t" anchorCtr="0" compatLnSpc="1">
            <a:prstTxWarp prst="textNoShape">
              <a:avLst/>
            </a:prstTxWarp>
          </a:bodyPr>
          <a:lstStyle/>
          <a:p>
            <a:endParaRPr lang="it-IT"/>
          </a:p>
        </p:txBody>
      </p:sp>
      <p:sp>
        <p:nvSpPr>
          <p:cNvPr id="56" name="文本框 55">
            <a:extLst>
              <a:ext uri="{FF2B5EF4-FFF2-40B4-BE49-F238E27FC236}">
                <a16:creationId xmlns:a16="http://schemas.microsoft.com/office/drawing/2014/main" id="{4AECB6D0-6CB6-5DC3-3E0A-AB37CD36D90C}"/>
              </a:ext>
            </a:extLst>
          </p:cNvPr>
          <p:cNvSpPr txBox="1"/>
          <p:nvPr/>
        </p:nvSpPr>
        <p:spPr>
          <a:xfrm>
            <a:off x="4882373" y="11156710"/>
            <a:ext cx="1958165" cy="338554"/>
          </a:xfrm>
          <a:prstGeom prst="rect">
            <a:avLst/>
          </a:prstGeom>
          <a:noFill/>
        </p:spPr>
        <p:txBody>
          <a:bodyPr wrap="none" rtlCol="0">
            <a:spAutoFit/>
          </a:bodyPr>
          <a:lstStyle/>
          <a:p>
            <a:r>
              <a:rPr kumimoji="1" lang="en-US" altLang="it-IT" sz="1600" b="1" dirty="0">
                <a:solidFill>
                  <a:schemeClr val="bg1"/>
                </a:solidFill>
              </a:rPr>
              <a:t>haiq.init@gmail.com</a:t>
            </a:r>
            <a:endParaRPr kumimoji="1" lang="zh-CN" altLang="en-US" sz="1600" b="1" dirty="0">
              <a:solidFill>
                <a:schemeClr val="bg1"/>
              </a:solidFill>
            </a:endParaRPr>
          </a:p>
        </p:txBody>
      </p:sp>
      <p:sp>
        <p:nvSpPr>
          <p:cNvPr id="57" name="文本框 56">
            <a:extLst>
              <a:ext uri="{FF2B5EF4-FFF2-40B4-BE49-F238E27FC236}">
                <a16:creationId xmlns:a16="http://schemas.microsoft.com/office/drawing/2014/main" id="{E2348362-012F-9155-6757-A1EE0B84ABAB}"/>
              </a:ext>
            </a:extLst>
          </p:cNvPr>
          <p:cNvSpPr txBox="1"/>
          <p:nvPr/>
        </p:nvSpPr>
        <p:spPr>
          <a:xfrm>
            <a:off x="120762" y="11160441"/>
            <a:ext cx="4817533" cy="338554"/>
          </a:xfrm>
          <a:prstGeom prst="rect">
            <a:avLst/>
          </a:prstGeom>
          <a:noFill/>
        </p:spPr>
        <p:txBody>
          <a:bodyPr wrap="square" rtlCol="0">
            <a:spAutoFit/>
          </a:bodyPr>
          <a:lstStyle/>
          <a:p>
            <a:pPr algn="ctr"/>
            <a:r>
              <a:rPr kumimoji="1" lang="en" altLang="zh-CN" sz="1600" b="1" dirty="0">
                <a:solidFill>
                  <a:schemeClr val="bg1">
                    <a:lumMod val="85000"/>
                  </a:schemeClr>
                </a:solidFill>
              </a:rPr>
              <a:t>HAI-Q — Hyper/Super AI</a:t>
            </a:r>
            <a:r>
              <a:rPr kumimoji="1" lang="zh-CN" altLang="en-US" sz="1600" b="1" dirty="0">
                <a:solidFill>
                  <a:schemeClr val="bg1">
                    <a:lumMod val="85000"/>
                  </a:schemeClr>
                </a:solidFill>
              </a:rPr>
              <a:t> </a:t>
            </a:r>
            <a:r>
              <a:rPr kumimoji="1" lang="en-US" altLang="zh-CN" sz="1600" b="1" dirty="0">
                <a:solidFill>
                  <a:schemeClr val="bg1">
                    <a:lumMod val="85000"/>
                  </a:schemeClr>
                </a:solidFill>
              </a:rPr>
              <a:t>Questions Initiative</a:t>
            </a:r>
            <a:endParaRPr kumimoji="1" lang="en" altLang="zh-CN" sz="1600" b="1" dirty="0">
              <a:solidFill>
                <a:schemeClr val="bg1">
                  <a:lumMod val="85000"/>
                </a:schemeClr>
              </a:solidFill>
            </a:endParaRPr>
          </a:p>
        </p:txBody>
      </p:sp>
      <p:sp>
        <p:nvSpPr>
          <p:cNvPr id="6" name="Text Box 6">
            <a:extLst>
              <a:ext uri="{FF2B5EF4-FFF2-40B4-BE49-F238E27FC236}">
                <a16:creationId xmlns:a16="http://schemas.microsoft.com/office/drawing/2014/main" id="{D229B34E-F032-4EFB-9420-14CCB6450FA6}"/>
              </a:ext>
            </a:extLst>
          </p:cNvPr>
          <p:cNvSpPr txBox="1">
            <a:spLocks noChangeArrowheads="1"/>
          </p:cNvSpPr>
          <p:nvPr/>
        </p:nvSpPr>
        <p:spPr bwMode="auto">
          <a:xfrm>
            <a:off x="97746" y="9343445"/>
            <a:ext cx="4599188" cy="4690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vert="horz" wrap="square" lIns="0" tIns="0" rIns="0" bIns="0" numCol="1" anchor="t" anchorCtr="0" compatLnSpc="1">
            <a:prstTxWarp prst="textNoShape">
              <a:avLst/>
            </a:prstTxWarp>
          </a:bodyPr>
          <a:lstStyle/>
          <a:p>
            <a:r>
              <a:rPr lang="en" altLang="zh-CN" sz="1500" b="1" dirty="0">
                <a:solidFill>
                  <a:srgbClr val="000000"/>
                </a:solidFill>
                <a:latin typeface="Titillium" panose="00000500000000000000" pitchFamily="50" charset="0"/>
              </a:rPr>
              <a:t>Coordinators</a:t>
            </a:r>
          </a:p>
          <a:p>
            <a:pPr algn="just" defTabSz="914336" eaLnBrk="0" fontAlgn="base" hangingPunct="0">
              <a:spcBef>
                <a:spcPct val="0"/>
              </a:spcBef>
              <a:spcAft>
                <a:spcPts val="199"/>
              </a:spcAft>
            </a:pPr>
            <a:endParaRPr lang="en-US" altLang="it-IT" sz="100" b="1" dirty="0">
              <a:solidFill>
                <a:srgbClr val="000000"/>
              </a:solidFill>
              <a:latin typeface="Titillium" panose="00000500000000000000" pitchFamily="50" charset="0"/>
            </a:endParaRPr>
          </a:p>
          <a:p>
            <a:pPr marL="449229" indent="-131753">
              <a:buFont typeface="Arial" panose="020B0604020202020204" pitchFamily="34" charset="0"/>
              <a:buChar char="•"/>
            </a:pPr>
            <a:r>
              <a:rPr lang="en" altLang="zh-CN" sz="1300" dirty="0"/>
              <a:t>Ruichen Cong, </a:t>
            </a:r>
            <a:r>
              <a:rPr lang="en" altLang="zh-CN" sz="1300" dirty="0" err="1"/>
              <a:t>Waseda</a:t>
            </a:r>
            <a:r>
              <a:rPr lang="en" altLang="zh-CN" sz="1300" dirty="0"/>
              <a:t> University, Japan</a:t>
            </a:r>
          </a:p>
          <a:p>
            <a:pPr marL="449229" indent="-131753">
              <a:buFont typeface="Arial" panose="020B0604020202020204" pitchFamily="34" charset="0"/>
              <a:buChar char="•"/>
            </a:pPr>
            <a:r>
              <a:rPr lang="en" altLang="zh-CN" sz="1300" dirty="0"/>
              <a:t>Binbin Zhou, Hangzhou City University, China</a:t>
            </a:r>
          </a:p>
          <a:p>
            <a:pPr marL="449229" indent="-131753">
              <a:buFont typeface="Arial" panose="020B0604020202020204" pitchFamily="34" charset="0"/>
              <a:buChar char="•"/>
            </a:pPr>
            <a:r>
              <a:rPr lang="en" altLang="zh-CN" sz="1300" dirty="0" err="1"/>
              <a:t>Fuyi</a:t>
            </a:r>
            <a:r>
              <a:rPr lang="en" altLang="zh-CN" sz="1300" dirty="0"/>
              <a:t> Wang, RMIT University, Australia</a:t>
            </a:r>
          </a:p>
          <a:p>
            <a:pPr marL="449229" indent="-131753">
              <a:buFont typeface="Arial" panose="020B0604020202020204" pitchFamily="34" charset="0"/>
              <a:buChar char="•"/>
            </a:pPr>
            <a:r>
              <a:rPr lang="en" altLang="zh-CN" sz="1300" dirty="0" err="1"/>
              <a:t>Lifei</a:t>
            </a:r>
            <a:r>
              <a:rPr lang="en" altLang="zh-CN" sz="1300" dirty="0"/>
              <a:t> Wang, Hosei University, Japan</a:t>
            </a:r>
          </a:p>
          <a:p>
            <a:pPr marL="449229" indent="-131753">
              <a:buFont typeface="Arial" panose="020B0604020202020204" pitchFamily="34" charset="0"/>
              <a:buChar char="•"/>
            </a:pPr>
            <a:endParaRPr lang="en" altLang="zh-CN" sz="1400" dirty="0"/>
          </a:p>
          <a:p>
            <a:pPr marL="317476"/>
            <a:endParaRPr lang="en" altLang="zh-CN" sz="1450" dirty="0"/>
          </a:p>
        </p:txBody>
      </p:sp>
      <p:sp>
        <p:nvSpPr>
          <p:cNvPr id="3" name="Text Box 6">
            <a:extLst>
              <a:ext uri="{FF2B5EF4-FFF2-40B4-BE49-F238E27FC236}">
                <a16:creationId xmlns:a16="http://schemas.microsoft.com/office/drawing/2014/main" id="{6A26B563-9DC0-A18B-F588-BAD7ED19D084}"/>
              </a:ext>
            </a:extLst>
          </p:cNvPr>
          <p:cNvSpPr txBox="1">
            <a:spLocks noChangeArrowheads="1"/>
          </p:cNvSpPr>
          <p:nvPr/>
        </p:nvSpPr>
        <p:spPr bwMode="auto">
          <a:xfrm>
            <a:off x="92781" y="4044849"/>
            <a:ext cx="6627600" cy="27340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vert="horz" wrap="square" lIns="0" tIns="0" rIns="0" bIns="0" numCol="1" anchor="t" anchorCtr="0" compatLnSpc="1">
            <a:prstTxWarp prst="textNoShape">
              <a:avLst/>
            </a:prstTxWarp>
          </a:bodyPr>
          <a:lstStyle/>
          <a:p>
            <a:pPr algn="just" defTabSz="914336" eaLnBrk="0" fontAlgn="base" hangingPunct="0">
              <a:spcBef>
                <a:spcPct val="0"/>
              </a:spcBef>
              <a:spcAft>
                <a:spcPts val="199"/>
              </a:spcAft>
            </a:pPr>
            <a:r>
              <a:rPr lang="en" altLang="zh-CN" sz="1500" b="1" dirty="0">
                <a:solidFill>
                  <a:srgbClr val="000000"/>
                </a:solidFill>
                <a:latin typeface="Titillium" panose="00000500000000000000" pitchFamily="50" charset="0"/>
              </a:rPr>
              <a:t>HAI-Q Process</a:t>
            </a:r>
          </a:p>
          <a:p>
            <a:r>
              <a:rPr lang="en" altLang="zh-CN" sz="1300" b="1" dirty="0"/>
              <a:t>Stage 1: Ask — Question Collection.</a:t>
            </a:r>
            <a:r>
              <a:rPr lang="en" altLang="zh-CN" sz="1300" dirty="0"/>
              <a:t> </a:t>
            </a:r>
          </a:p>
          <a:p>
            <a:pPr algn="just">
              <a:lnSpc>
                <a:spcPct val="90000"/>
              </a:lnSpc>
            </a:pPr>
            <a:r>
              <a:rPr lang="en" altLang="zh-CN" sz="1300" dirty="0"/>
              <a:t>We invite people worldwide to submit one to three fundamental, forward-looking questions about Hyper/Super AI through the </a:t>
            </a:r>
            <a:r>
              <a:rPr lang="en" altLang="zh-CN" sz="1300" dirty="0">
                <a:hlinkClick r:id="rId12"/>
              </a:rPr>
              <a:t>Google Form </a:t>
            </a:r>
            <a:r>
              <a:rPr lang="en" altLang="zh-CN" sz="1300" dirty="0"/>
              <a:t>or </a:t>
            </a:r>
            <a:r>
              <a:rPr lang="en" altLang="zh-CN" sz="1300" dirty="0">
                <a:solidFill>
                  <a:srgbClr val="0462C2"/>
                </a:solidFill>
                <a:hlinkClick r:id="rId13">
                  <a:extLst>
                    <a:ext uri="{A12FA001-AC4F-418D-AE19-62706E023703}">
                      <ahyp:hlinkClr xmlns:ahyp="http://schemas.microsoft.com/office/drawing/2018/hyperlinkcolor" val="tx"/>
                    </a:ext>
                  </a:extLst>
                </a:hlinkClick>
              </a:rPr>
              <a:t>Wenjuanxing</a:t>
            </a:r>
            <a:r>
              <a:rPr lang="en" altLang="zh-CN" sz="1300" dirty="0"/>
              <a:t> by October 2</a:t>
            </a:r>
            <a:r>
              <a:rPr lang="en-US" altLang="zh-CN" sz="1300" dirty="0"/>
              <a:t>5</a:t>
            </a:r>
            <a:r>
              <a:rPr lang="en" altLang="zh-CN" sz="1300" dirty="0"/>
              <a:t>, 2026. The goal is to gather diverse questions, perspectives, and concerns about what may come next in the evolution of AI.</a:t>
            </a:r>
          </a:p>
          <a:p>
            <a:endParaRPr lang="en" altLang="zh-CN" sz="600" dirty="0"/>
          </a:p>
          <a:p>
            <a:r>
              <a:rPr lang="en" altLang="zh-CN" sz="1300" b="1" dirty="0"/>
              <a:t>Stage 2: Organize — AI-Assisted Question Analysis and Ranking.</a:t>
            </a:r>
            <a:r>
              <a:rPr lang="en" altLang="zh-CN" sz="1300" dirty="0"/>
              <a:t> </a:t>
            </a:r>
          </a:p>
          <a:p>
            <a:pPr algn="just">
              <a:lnSpc>
                <a:spcPct val="90000"/>
              </a:lnSpc>
            </a:pPr>
            <a:r>
              <a:rPr lang="en" altLang="zh-CN" sz="1300" dirty="0"/>
              <a:t>Submitted questions will be analyzed using current tools and LLMs to identify semantic similarities, recurring themes, and emerging concerns. Questions with similar meanings but different wording may be grouped or consolidated, with human review to preserve their original intent. The resulting questions will then be analyzed and ranked to identify those that emerge most strongly from the collective input.</a:t>
            </a:r>
          </a:p>
          <a:p>
            <a:endParaRPr lang="en" altLang="zh-CN" sz="600" dirty="0"/>
          </a:p>
          <a:p>
            <a:pPr>
              <a:lnSpc>
                <a:spcPct val="90000"/>
              </a:lnSpc>
            </a:pPr>
            <a:r>
              <a:rPr lang="en" altLang="zh-CN" sz="1300" b="1" dirty="0"/>
              <a:t>Stage 3: Explore — Question Discussion and Future Directions.</a:t>
            </a:r>
            <a:r>
              <a:rPr lang="en" altLang="zh-CN" sz="1300" dirty="0"/>
              <a:t> </a:t>
            </a:r>
          </a:p>
          <a:p>
            <a:pPr algn="just">
              <a:lnSpc>
                <a:spcPct val="90000"/>
              </a:lnSpc>
            </a:pPr>
            <a:r>
              <a:rPr lang="en" altLang="zh-CN" sz="1300" dirty="0"/>
              <a:t>The top-ranked questions, together with key patterns and insights revealed by the analysis, will be presented and explored at a dedicated panel of </a:t>
            </a:r>
            <a:r>
              <a:rPr lang="en" altLang="zh-CN" sz="1300" u="sng" dirty="0">
                <a:hlinkClick r:id="rId8"/>
              </a:rPr>
              <a:t>GAI-HyperI 2026</a:t>
            </a:r>
            <a:r>
              <a:rPr lang="en" altLang="zh-CN" sz="1300" dirty="0"/>
              <a:t>. The goal is not simply to produce a ranking but to stimulate discussion, inspire new ideas, and open directions for future research on Hyper/Super AI.</a:t>
            </a:r>
          </a:p>
          <a:p>
            <a:pPr algn="just" defTabSz="914336" eaLnBrk="0" fontAlgn="base" hangingPunct="0">
              <a:spcBef>
                <a:spcPct val="0"/>
              </a:spcBef>
              <a:spcAft>
                <a:spcPts val="199"/>
              </a:spcAft>
            </a:pPr>
            <a:endParaRPr lang="en" altLang="zh-CN" sz="1200" dirty="0"/>
          </a:p>
          <a:p>
            <a:pPr algn="just" defTabSz="914336" eaLnBrk="0" fontAlgn="base" hangingPunct="0">
              <a:spcBef>
                <a:spcPct val="0"/>
              </a:spcBef>
              <a:spcAft>
                <a:spcPts val="199"/>
              </a:spcAft>
            </a:pPr>
            <a:endParaRPr lang="en" altLang="zh-CN" sz="1200" b="1" dirty="0">
              <a:solidFill>
                <a:srgbClr val="000000"/>
              </a:solidFill>
              <a:latin typeface="Titillium" panose="00000500000000000000" pitchFamily="50" charset="0"/>
            </a:endParaRPr>
          </a:p>
        </p:txBody>
      </p:sp>
      <p:pic>
        <p:nvPicPr>
          <p:cNvPr id="2" name="图片 1">
            <a:extLst>
              <a:ext uri="{FF2B5EF4-FFF2-40B4-BE49-F238E27FC236}">
                <a16:creationId xmlns:a16="http://schemas.microsoft.com/office/drawing/2014/main" id="{5015332F-0F37-59F2-D488-7660AFC98F04}"/>
              </a:ext>
            </a:extLst>
          </p:cNvPr>
          <p:cNvPicPr>
            <a:picLocks noChangeAspect="1"/>
          </p:cNvPicPr>
          <p:nvPr/>
        </p:nvPicPr>
        <p:blipFill>
          <a:blip r:embed="rId14"/>
          <a:stretch>
            <a:fillRect/>
          </a:stretch>
        </p:blipFill>
        <p:spPr>
          <a:xfrm>
            <a:off x="1960750" y="10507160"/>
            <a:ext cx="1721545" cy="533812"/>
          </a:xfrm>
          <a:prstGeom prst="rect">
            <a:avLst/>
          </a:prstGeom>
        </p:spPr>
      </p:pic>
      <p:sp>
        <p:nvSpPr>
          <p:cNvPr id="8" name="Text Box 6">
            <a:extLst>
              <a:ext uri="{FF2B5EF4-FFF2-40B4-BE49-F238E27FC236}">
                <a16:creationId xmlns:a16="http://schemas.microsoft.com/office/drawing/2014/main" id="{5DE992CC-ADD9-D308-6D9C-E176F17E63CA}"/>
              </a:ext>
            </a:extLst>
          </p:cNvPr>
          <p:cNvSpPr txBox="1">
            <a:spLocks noChangeArrowheads="1"/>
          </p:cNvSpPr>
          <p:nvPr/>
        </p:nvSpPr>
        <p:spPr bwMode="auto">
          <a:xfrm>
            <a:off x="92781" y="7431512"/>
            <a:ext cx="6627600" cy="8793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vert="horz" wrap="square" lIns="0" tIns="0" rIns="0" bIns="0" numCol="1" anchor="t" anchorCtr="0" compatLnSpc="1">
            <a:prstTxWarp prst="textNoShape">
              <a:avLst/>
            </a:prstTxWarp>
          </a:bodyPr>
          <a:lstStyle/>
          <a:p>
            <a:pPr fontAlgn="base">
              <a:spcBef>
                <a:spcPct val="0"/>
              </a:spcBef>
            </a:pPr>
            <a:r>
              <a:rPr lang="en" altLang="zh-CN" sz="1500" b="1" dirty="0">
                <a:solidFill>
                  <a:srgbClr val="000000"/>
                </a:solidFill>
                <a:latin typeface="Titillium" panose="00000500000000000000" pitchFamily="50" charset="0"/>
              </a:rPr>
              <a:t>Ethics</a:t>
            </a:r>
            <a:r>
              <a:rPr lang="en" altLang="zh-CN" sz="1500" dirty="0"/>
              <a:t> </a:t>
            </a:r>
            <a:r>
              <a:rPr lang="en" altLang="zh-CN" sz="1500" b="1" dirty="0">
                <a:solidFill>
                  <a:srgbClr val="000000"/>
                </a:solidFill>
                <a:latin typeface="Titillium" panose="00000500000000000000" pitchFamily="50" charset="0"/>
              </a:rPr>
              <a:t>Approval</a:t>
            </a:r>
          </a:p>
          <a:p>
            <a:pPr fontAlgn="base">
              <a:spcBef>
                <a:spcPct val="0"/>
              </a:spcBef>
            </a:pPr>
            <a:r>
              <a:rPr lang="en" altLang="zh-CN" sz="1300" dirty="0"/>
              <a:t>This study was reviewed and approved by the Ethics Review Committee on Research with Human Subjects at </a:t>
            </a:r>
            <a:r>
              <a:rPr lang="en" altLang="zh-CN" sz="1300" dirty="0" err="1"/>
              <a:t>Waseda</a:t>
            </a:r>
            <a:r>
              <a:rPr lang="en" altLang="zh-CN" sz="1300" dirty="0"/>
              <a:t> University, Japan (Approval No. 2026-350).</a:t>
            </a:r>
          </a:p>
        </p:txBody>
      </p:sp>
    </p:spTree>
    <p:extLst>
      <p:ext uri="{BB962C8B-B14F-4D97-AF65-F5344CB8AC3E}">
        <p14:creationId xmlns:p14="http://schemas.microsoft.com/office/powerpoint/2010/main" val="536996021"/>
      </p:ext>
    </p:extLst>
  </p:cSld>
  <p:clrMapOvr>
    <a:masterClrMapping/>
  </p:clrMapOvr>
</p:sld>
</file>

<file path=ppt/theme/theme1.xml><?xml version="1.0" encoding="utf-8"?>
<a:theme xmlns:a="http://schemas.openxmlformats.org/drawingml/2006/main" name="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7148</TotalTime>
  <Words>504</Words>
  <Application>Microsoft Macintosh PowerPoint</Application>
  <PresentationFormat>自定义</PresentationFormat>
  <Paragraphs>37</Paragraphs>
  <Slides>1</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vt:i4>
      </vt:variant>
    </vt:vector>
  </HeadingPairs>
  <TitlesOfParts>
    <vt:vector size="7" baseType="lpstr">
      <vt:lpstr>等线</vt:lpstr>
      <vt:lpstr>Titillium</vt:lpstr>
      <vt:lpstr>Arial</vt:lpstr>
      <vt:lpstr>Calibri</vt:lpstr>
      <vt:lpstr>Calibri Light</vt:lpstr>
      <vt:lpstr>Office 2013 - 2022 主题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Antonio Guerrieri</dc:creator>
  <cp:lastModifiedBy>ＷＡＮＧ　Ｌｉｆｅｉ</cp:lastModifiedBy>
  <cp:revision>169</cp:revision>
  <cp:lastPrinted>2025-07-30T17:46:23Z</cp:lastPrinted>
  <dcterms:created xsi:type="dcterms:W3CDTF">2021-10-22T09:23:49Z</dcterms:created>
  <dcterms:modified xsi:type="dcterms:W3CDTF">2026-10-19T09:33:59Z</dcterms:modified>
</cp:coreProperties>
</file>